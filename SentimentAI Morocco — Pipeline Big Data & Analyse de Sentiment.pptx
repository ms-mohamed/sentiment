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Noto Sans SC" panose="020B0604020202020204" charset="-128"/>
      <p:regular r:id="rId19"/>
    </p:embeddedFon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11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338b1c39dc575c6def4bbfe3b857fad67bd6df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" r="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384810"/>
            <a:ext cx="2446020" cy="388620"/>
          </a:xfrm>
          <a:prstGeom prst="roundRect">
            <a:avLst>
              <a:gd name="adj" fmla="val 19608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1020" y="46482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EMSI TANGER — 2025/2026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356533" y="384810"/>
            <a:ext cx="1455420" cy="579120"/>
          </a:xfrm>
          <a:prstGeom prst="roundRect">
            <a:avLst>
              <a:gd name="adj" fmla="val 13158"/>
            </a:avLst>
          </a:prstGeom>
          <a:solidFill>
            <a:srgbClr val="4A5568">
              <a:alpha val="4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2743" y="46482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Encadré par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2743" y="65532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 BADIR Hassan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78329" y="1716643"/>
            <a:ext cx="4636770" cy="502920"/>
          </a:xfrm>
          <a:prstGeom prst="roundRect">
            <a:avLst>
              <a:gd name="adj" fmla="val 50000"/>
            </a:avLst>
          </a:prstGeom>
          <a:solidFill>
            <a:srgbClr val="38B2AC">
              <a:alpha val="10196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01214" y="18538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29827" y="1834753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ARTIFICIELLE &amp; BIG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78424" y="2756773"/>
            <a:ext cx="883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SentimentAI </a:t>
            </a:r>
            <a:r>
              <a:rPr lang="en-US" sz="7200" b="1" kern="0" spc="-18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Morocco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0" y="3823573"/>
            <a:ext cx="1524000" cy="571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F6AD55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50319" y="4185523"/>
            <a:ext cx="7086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Big Data &amp; Analyse de Sentiment en Temps Réel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10176" y="5034677"/>
            <a:ext cx="232219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647349" y="515278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966436" y="5152787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Multiprocessing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49316" y="5034677"/>
            <a:ext cx="127444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488" y="515278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605576" y="5152787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34514" y="5034677"/>
            <a:ext cx="1055370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43111" y="515278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90774" y="5152787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97660" y="5034677"/>
            <a:ext cx="1912620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220545" y="51527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553920" y="5152787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GSAP Dashboard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225558" y="5034677"/>
            <a:ext cx="156019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462731" y="515278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781818" y="5152787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Temps Réel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146703" y="62484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Harboul Zaid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148733" y="62484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351139" y="62484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Chelle Zakariae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03902" y="62484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06309" y="62484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 Ousellam Mohamed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24155" y="62484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726561" y="62484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Isakrouhen Yasmine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DE LA PRÉSENTATION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de la Présentation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810" y="1527810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9120" y="172212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5568" y="185547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9220" y="17221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 Problématique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9220" y="2103001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Pourquoi ce projet ? Quel besoin ? Analyse du paysage digital marocain et défis du multilinguisme.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2210" y="1527810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72212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77132" y="185547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6620" y="17221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Conception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46620" y="2103001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couches, pipeline Python MapReduce, technologies et stack complet.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229570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F6AD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9120" y="3423881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422" y="355723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9220" y="342388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Implémentation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9220" y="3804762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jobs Python Multiprocessing, FastAPI backend, Dashboard GSAP interactif.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2210" y="3229570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F6AD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3423881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75941" y="355723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46620" y="342388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Démonstration Live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46620" y="3804762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L'application en action — simulation temps réel du Dashboard GSAP.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4931331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9120" y="5125641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0446" y="525899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9220" y="512564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Résultats &amp; Évaluation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9220" y="5506522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Métriques NLP, vélocité, insights — performance et limites identifiées.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2210" y="4931331"/>
            <a:ext cx="5551170" cy="1541145"/>
          </a:xfrm>
          <a:prstGeom prst="roundRect">
            <a:avLst>
              <a:gd name="adj" fmla="val 9889"/>
            </a:avLst>
          </a:pr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46520" y="5125641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4631" y="525899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46620" y="5125641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46620" y="5506522"/>
            <a:ext cx="4438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Apports, limites, évolutions futures et impact potentiel.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f275dee1e50394b3a66f36cfaf5e3a1145326039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520191"/>
            <a:ext cx="1569720" cy="541020"/>
          </a:xfrm>
          <a:prstGeom prst="roundRect">
            <a:avLst>
              <a:gd name="adj" fmla="val 5000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16383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30712" y="165723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93501"/>
            <a:ext cx="6553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36601"/>
            <a:ext cx="1219200" cy="5715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F6AD55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4598551"/>
            <a:ext cx="6324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Pourquoi ce projet ? Quel besoin ?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du paysage digital marocain et défis du multilinguisme.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— CONTEXTE &amp; PROBLÉMATIQUE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Contexte &amp; La Problématique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810" y="1375410"/>
            <a:ext cx="5589270" cy="4170045"/>
          </a:xfrm>
          <a:prstGeom prst="roundRect">
            <a:avLst>
              <a:gd name="adj" fmla="val 3655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9120" y="15697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342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9846" y="78135"/>
                </a:moveTo>
                <a:cubicBezTo>
                  <a:pt x="185738" y="44827"/>
                  <a:pt x="152742" y="21431"/>
                  <a:pt x="114300" y="21431"/>
                </a:cubicBezTo>
                <a:cubicBezTo>
                  <a:pt x="104433" y="21431"/>
                  <a:pt x="94923" y="22994"/>
                  <a:pt x="85993" y="25807"/>
                </a:cubicBezTo>
                <a:cubicBezTo>
                  <a:pt x="85814" y="26700"/>
                  <a:pt x="85725" y="27637"/>
                  <a:pt x="85725" y="28575"/>
                </a:cubicBezTo>
                <a:lnTo>
                  <a:pt x="85725" y="61347"/>
                </a:lnTo>
                <a:cubicBezTo>
                  <a:pt x="85725" y="66928"/>
                  <a:pt x="90234" y="71438"/>
                  <a:pt x="95816" y="71438"/>
                </a:cubicBezTo>
                <a:cubicBezTo>
                  <a:pt x="98494" y="71438"/>
                  <a:pt x="101084" y="70366"/>
                  <a:pt x="102959" y="68491"/>
                </a:cubicBezTo>
                <a:lnTo>
                  <a:pt x="110103" y="61347"/>
                </a:lnTo>
                <a:cubicBezTo>
                  <a:pt x="112782" y="58668"/>
                  <a:pt x="116398" y="57150"/>
                  <a:pt x="120194" y="57150"/>
                </a:cubicBezTo>
                <a:lnTo>
                  <a:pt x="122649" y="57150"/>
                </a:lnTo>
                <a:cubicBezTo>
                  <a:pt x="135374" y="57150"/>
                  <a:pt x="141759" y="72554"/>
                  <a:pt x="132740" y="81528"/>
                </a:cubicBezTo>
                <a:cubicBezTo>
                  <a:pt x="130061" y="84207"/>
                  <a:pt x="126444" y="85725"/>
                  <a:pt x="122649" y="85725"/>
                </a:cubicBezTo>
                <a:lnTo>
                  <a:pt x="95190" y="85725"/>
                </a:lnTo>
                <a:cubicBezTo>
                  <a:pt x="91395" y="85725"/>
                  <a:pt x="87779" y="87243"/>
                  <a:pt x="85100" y="89922"/>
                </a:cubicBezTo>
                <a:lnTo>
                  <a:pt x="75590" y="99432"/>
                </a:lnTo>
                <a:cubicBezTo>
                  <a:pt x="72911" y="102111"/>
                  <a:pt x="71393" y="105728"/>
                  <a:pt x="71393" y="109523"/>
                </a:cubicBezTo>
                <a:lnTo>
                  <a:pt x="71393" y="128588"/>
                </a:lnTo>
                <a:cubicBezTo>
                  <a:pt x="71393" y="136490"/>
                  <a:pt x="77778" y="142875"/>
                  <a:pt x="85680" y="142875"/>
                </a:cubicBezTo>
                <a:lnTo>
                  <a:pt x="99968" y="142875"/>
                </a:lnTo>
                <a:cubicBezTo>
                  <a:pt x="107871" y="142875"/>
                  <a:pt x="114255" y="149260"/>
                  <a:pt x="114255" y="157163"/>
                </a:cubicBezTo>
                <a:lnTo>
                  <a:pt x="114255" y="171450"/>
                </a:lnTo>
                <a:cubicBezTo>
                  <a:pt x="114255" y="179353"/>
                  <a:pt x="120640" y="185738"/>
                  <a:pt x="128543" y="185738"/>
                </a:cubicBezTo>
                <a:lnTo>
                  <a:pt x="129748" y="185738"/>
                </a:lnTo>
                <a:cubicBezTo>
                  <a:pt x="133543" y="185738"/>
                  <a:pt x="137160" y="184219"/>
                  <a:pt x="139839" y="181541"/>
                </a:cubicBezTo>
                <a:lnTo>
                  <a:pt x="152921" y="168459"/>
                </a:lnTo>
                <a:cubicBezTo>
                  <a:pt x="155600" y="165780"/>
                  <a:pt x="157118" y="162163"/>
                  <a:pt x="157118" y="158368"/>
                </a:cubicBezTo>
                <a:lnTo>
                  <a:pt x="157118" y="150019"/>
                </a:lnTo>
                <a:cubicBezTo>
                  <a:pt x="157118" y="146090"/>
                  <a:pt x="160333" y="142875"/>
                  <a:pt x="164262" y="142875"/>
                </a:cubicBezTo>
                <a:cubicBezTo>
                  <a:pt x="168191" y="142875"/>
                  <a:pt x="171405" y="139660"/>
                  <a:pt x="171405" y="135731"/>
                </a:cubicBezTo>
                <a:lnTo>
                  <a:pt x="171405" y="120238"/>
                </a:lnTo>
                <a:cubicBezTo>
                  <a:pt x="171405" y="116443"/>
                  <a:pt x="169887" y="112827"/>
                  <a:pt x="167208" y="110148"/>
                </a:cubicBezTo>
                <a:lnTo>
                  <a:pt x="160065" y="103004"/>
                </a:lnTo>
                <a:cubicBezTo>
                  <a:pt x="158189" y="101129"/>
                  <a:pt x="157118" y="98539"/>
                  <a:pt x="157118" y="95860"/>
                </a:cubicBezTo>
                <a:cubicBezTo>
                  <a:pt x="157118" y="90279"/>
                  <a:pt x="161627" y="85770"/>
                  <a:pt x="167208" y="85770"/>
                </a:cubicBezTo>
                <a:lnTo>
                  <a:pt x="187300" y="85770"/>
                </a:lnTo>
                <a:cubicBezTo>
                  <a:pt x="192837" y="85770"/>
                  <a:pt x="197435" y="82600"/>
                  <a:pt x="199802" y="78179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0620" y="164592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Contexte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30409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255" y="2323149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8220" y="2265999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22M+ utilisateurs internet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8220" y="2570799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 Maroc avec une croissance continue du nombre d'utilisateurs actifs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12515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7824" y="3144203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8220" y="3087053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50%+ de pénétration réseaux sociaux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8220" y="3391853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Facebook, Twitter/X, Instagram, TikTok dominent le paysage digital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394620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562" y="3965258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8220" y="3908108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Multilinguisme unique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8220" y="4212908"/>
            <a:ext cx="436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Darija + Arabe + Français : complexité linguistique sans précédent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120" y="47672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943" y="4786313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8220" y="4729163"/>
            <a:ext cx="362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de publications/jour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8220" y="5033963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 analysées, représentant une mine d'or inexploitée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5703571"/>
            <a:ext cx="5589270" cy="769620"/>
          </a:xfrm>
          <a:prstGeom prst="roundRect">
            <a:avLst>
              <a:gd name="adj" fmla="val 14851"/>
            </a:avLst>
          </a:pr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0070" y="58902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8670" y="585978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Fait clé :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Aucun outil de veille sentiment dédié au Maroc n'existe actuellement.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4110" y="1375410"/>
            <a:ext cx="5589270" cy="5093970"/>
          </a:xfrm>
          <a:prstGeom prst="roundRect">
            <a:avLst>
              <a:gd name="adj" fmla="val 2992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8420" y="15697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AD55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2272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79920" y="1645920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8420" y="2179320"/>
            <a:ext cx="5200650" cy="3171825"/>
          </a:xfrm>
          <a:prstGeom prst="roundRect">
            <a:avLst>
              <a:gd name="adj" fmla="val 3604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98920" y="2761773"/>
            <a:ext cx="49149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 exploiter des données massives et hétérogènes des réseaux sociaux pour identifier les tendances et produire un système d'alerte précoce pour le Maroc 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98920" y="3995261"/>
            <a:ext cx="4819650" cy="9525"/>
          </a:xfrm>
          <a:prstGeom prst="roundRect">
            <a:avLst>
              <a:gd name="adj" fmla="val 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27495" y="41762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98970" y="4157186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SentimentAI Morocco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79920" y="4500086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réponse Big Data à ce besoin critique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2230" y="5505570"/>
            <a:ext cx="1655445" cy="769620"/>
          </a:xfrm>
          <a:prstGeom prst="roundRect">
            <a:avLst>
              <a:gd name="adj" fmla="val 9901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73190" y="562368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7003" y="5966461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85071" y="5505570"/>
            <a:ext cx="1655445" cy="769620"/>
          </a:xfrm>
          <a:prstGeom prst="roundRect">
            <a:avLst>
              <a:gd name="adj" fmla="val 9901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46031" y="562368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9843" y="5966461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58030" y="5505570"/>
            <a:ext cx="1655445" cy="769620"/>
          </a:xfrm>
          <a:prstGeom prst="roundRect">
            <a:avLst>
              <a:gd name="adj" fmla="val 9901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018991" y="562368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&lt;45s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42803" y="5966461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Traitement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— CONTEXTE &amp; PROBLÉMATIQUE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objectifs stratégiques pour une veille sentiment complète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810" y="1718310"/>
            <a:ext cx="3703320" cy="2341245"/>
          </a:xfrm>
          <a:prstGeom prst="roundRect">
            <a:avLst>
              <a:gd name="adj" fmla="val 6509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1020" y="1874520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7708" y="20269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14288"/>
                </a:moveTo>
                <a:cubicBezTo>
                  <a:pt x="114300" y="6385"/>
                  <a:pt x="107915" y="0"/>
                  <a:pt x="100013" y="0"/>
                </a:cubicBezTo>
                <a:cubicBezTo>
                  <a:pt x="92110" y="0"/>
                  <a:pt x="85725" y="6385"/>
                  <a:pt x="85725" y="14288"/>
                </a:cubicBezTo>
                <a:lnTo>
                  <a:pt x="85725" y="108362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2"/>
                </a:lnTo>
                <a:lnTo>
                  <a:pt x="114300" y="14288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6"/>
                </a:lnTo>
                <a:cubicBezTo>
                  <a:pt x="111309" y="182076"/>
                  <a:pt x="88672" y="182076"/>
                  <a:pt x="74741" y="168146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8"/>
                </a:moveTo>
                <a:cubicBezTo>
                  <a:pt x="170220" y="167878"/>
                  <a:pt x="175022" y="172680"/>
                  <a:pt x="175022" y="178594"/>
                </a:cubicBezTo>
                <a:cubicBezTo>
                  <a:pt x="175022" y="184508"/>
                  <a:pt x="170220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0"/>
                  <a:pt x="158392" y="167878"/>
                  <a:pt x="164306" y="16787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91262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7932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20" y="2522220"/>
            <a:ext cx="34671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Scraper Twitter/X &amp; Reddit en continu pour les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régions du Maroc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une couverture géographique complète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0070" y="373761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9650" y="39510"/>
                </a:moveTo>
                <a:cubicBezTo>
                  <a:pt x="119729" y="40682"/>
                  <a:pt x="119729" y="41880"/>
                  <a:pt x="119729" y="43052"/>
                </a:cubicBezTo>
                <a:cubicBezTo>
                  <a:pt x="119729" y="79177"/>
                  <a:pt x="92225" y="120822"/>
                  <a:pt x="41958" y="120822"/>
                </a:cubicBezTo>
                <a:cubicBezTo>
                  <a:pt x="26462" y="120822"/>
                  <a:pt x="12085" y="116343"/>
                  <a:pt x="0" y="108555"/>
                </a:cubicBezTo>
                <a:cubicBezTo>
                  <a:pt x="2188" y="108816"/>
                  <a:pt x="4323" y="108894"/>
                  <a:pt x="6589" y="108894"/>
                </a:cubicBezTo>
                <a:cubicBezTo>
                  <a:pt x="19377" y="108894"/>
                  <a:pt x="31124" y="104570"/>
                  <a:pt x="40526" y="97226"/>
                </a:cubicBezTo>
                <a:cubicBezTo>
                  <a:pt x="28519" y="96965"/>
                  <a:pt x="18440" y="89100"/>
                  <a:pt x="14976" y="78265"/>
                </a:cubicBezTo>
                <a:cubicBezTo>
                  <a:pt x="16669" y="78525"/>
                  <a:pt x="18362" y="78682"/>
                  <a:pt x="20133" y="78682"/>
                </a:cubicBezTo>
                <a:cubicBezTo>
                  <a:pt x="22581" y="78682"/>
                  <a:pt x="25029" y="78343"/>
                  <a:pt x="27321" y="77744"/>
                </a:cubicBezTo>
                <a:cubicBezTo>
                  <a:pt x="14794" y="75218"/>
                  <a:pt x="5417" y="64201"/>
                  <a:pt x="5417" y="50918"/>
                </a:cubicBezTo>
                <a:lnTo>
                  <a:pt x="5417" y="50579"/>
                </a:lnTo>
                <a:cubicBezTo>
                  <a:pt x="9064" y="52611"/>
                  <a:pt x="13283" y="53887"/>
                  <a:pt x="17763" y="54043"/>
                </a:cubicBezTo>
                <a:cubicBezTo>
                  <a:pt x="10392" y="49147"/>
                  <a:pt x="5574" y="40760"/>
                  <a:pt x="5574" y="31280"/>
                </a:cubicBezTo>
                <a:cubicBezTo>
                  <a:pt x="5574" y="26201"/>
                  <a:pt x="6928" y="21539"/>
                  <a:pt x="9298" y="17476"/>
                </a:cubicBezTo>
                <a:cubicBezTo>
                  <a:pt x="22763" y="34067"/>
                  <a:pt x="42974" y="44901"/>
                  <a:pt x="65659" y="46073"/>
                </a:cubicBezTo>
                <a:cubicBezTo>
                  <a:pt x="65243" y="44042"/>
                  <a:pt x="64982" y="41932"/>
                  <a:pt x="64982" y="39823"/>
                </a:cubicBezTo>
                <a:cubicBezTo>
                  <a:pt x="64982" y="24769"/>
                  <a:pt x="77171" y="12502"/>
                  <a:pt x="92303" y="12502"/>
                </a:cubicBezTo>
                <a:cubicBezTo>
                  <a:pt x="100169" y="12502"/>
                  <a:pt x="107279" y="15809"/>
                  <a:pt x="112280" y="21122"/>
                </a:cubicBezTo>
                <a:cubicBezTo>
                  <a:pt x="118452" y="19950"/>
                  <a:pt x="124391" y="17658"/>
                  <a:pt x="129626" y="14533"/>
                </a:cubicBezTo>
                <a:cubicBezTo>
                  <a:pt x="127594" y="20888"/>
                  <a:pt x="123271" y="26201"/>
                  <a:pt x="117619" y="29587"/>
                </a:cubicBezTo>
                <a:cubicBezTo>
                  <a:pt x="123114" y="28988"/>
                  <a:pt x="128454" y="27477"/>
                  <a:pt x="133350" y="25368"/>
                </a:cubicBezTo>
                <a:cubicBezTo>
                  <a:pt x="129626" y="30785"/>
                  <a:pt x="124964" y="35603"/>
                  <a:pt x="119650" y="395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3908" y="3709036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Twitter/X API v2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08917" y="3709036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47982" y="373761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ubicBezTo>
                  <a:pt x="133350" y="103503"/>
                  <a:pt x="103503" y="133350"/>
                  <a:pt x="66675" y="133350"/>
                </a:cubicBezTo>
                <a:lnTo>
                  <a:pt x="9663" y="133350"/>
                </a:lnTo>
                <a:cubicBezTo>
                  <a:pt x="6095" y="133350"/>
                  <a:pt x="4323" y="129053"/>
                  <a:pt x="6824" y="126526"/>
                </a:cubicBezTo>
                <a:lnTo>
                  <a:pt x="19534" y="113816"/>
                </a:lnTo>
                <a:cubicBezTo>
                  <a:pt x="7475" y="101758"/>
                  <a:pt x="0" y="85089"/>
                  <a:pt x="0" y="66675"/>
                </a:cubicBezTo>
                <a:close/>
                <a:moveTo>
                  <a:pt x="91053" y="40005"/>
                </a:moveTo>
                <a:cubicBezTo>
                  <a:pt x="97200" y="40005"/>
                  <a:pt x="102174" y="35030"/>
                  <a:pt x="102174" y="28884"/>
                </a:cubicBezTo>
                <a:cubicBezTo>
                  <a:pt x="102174" y="22737"/>
                  <a:pt x="97200" y="17763"/>
                  <a:pt x="91053" y="17763"/>
                </a:cubicBezTo>
                <a:cubicBezTo>
                  <a:pt x="85688" y="17763"/>
                  <a:pt x="81208" y="21565"/>
                  <a:pt x="80166" y="26618"/>
                </a:cubicBezTo>
                <a:cubicBezTo>
                  <a:pt x="71181" y="27582"/>
                  <a:pt x="64175" y="35213"/>
                  <a:pt x="64175" y="44433"/>
                </a:cubicBezTo>
                <a:lnTo>
                  <a:pt x="64175" y="44485"/>
                </a:lnTo>
                <a:cubicBezTo>
                  <a:pt x="54408" y="44901"/>
                  <a:pt x="45474" y="47688"/>
                  <a:pt x="38390" y="52064"/>
                </a:cubicBezTo>
                <a:cubicBezTo>
                  <a:pt x="35760" y="50032"/>
                  <a:pt x="32452" y="48808"/>
                  <a:pt x="28884" y="48808"/>
                </a:cubicBezTo>
                <a:cubicBezTo>
                  <a:pt x="20289" y="48808"/>
                  <a:pt x="13309" y="55788"/>
                  <a:pt x="13309" y="64383"/>
                </a:cubicBezTo>
                <a:cubicBezTo>
                  <a:pt x="13309" y="70634"/>
                  <a:pt x="16981" y="75999"/>
                  <a:pt x="22268" y="78473"/>
                </a:cubicBezTo>
                <a:cubicBezTo>
                  <a:pt x="22789" y="96549"/>
                  <a:pt x="42479" y="111082"/>
                  <a:pt x="66701" y="111082"/>
                </a:cubicBezTo>
                <a:cubicBezTo>
                  <a:pt x="90923" y="111082"/>
                  <a:pt x="110639" y="96522"/>
                  <a:pt x="111134" y="78447"/>
                </a:cubicBezTo>
                <a:cubicBezTo>
                  <a:pt x="116395" y="75947"/>
                  <a:pt x="120015" y="70582"/>
                  <a:pt x="120015" y="64383"/>
                </a:cubicBezTo>
                <a:cubicBezTo>
                  <a:pt x="120015" y="55788"/>
                  <a:pt x="113035" y="48808"/>
                  <a:pt x="104440" y="48808"/>
                </a:cubicBezTo>
                <a:cubicBezTo>
                  <a:pt x="100872" y="48808"/>
                  <a:pt x="97590" y="50006"/>
                  <a:pt x="94960" y="52038"/>
                </a:cubicBezTo>
                <a:cubicBezTo>
                  <a:pt x="87823" y="47610"/>
                  <a:pt x="78786" y="44823"/>
                  <a:pt x="68915" y="44459"/>
                </a:cubicBezTo>
                <a:lnTo>
                  <a:pt x="68915" y="44407"/>
                </a:lnTo>
                <a:cubicBezTo>
                  <a:pt x="68915" y="37791"/>
                  <a:pt x="73837" y="32296"/>
                  <a:pt x="80218" y="31410"/>
                </a:cubicBezTo>
                <a:cubicBezTo>
                  <a:pt x="81364" y="36307"/>
                  <a:pt x="85766" y="39953"/>
                  <a:pt x="91027" y="39953"/>
                </a:cubicBezTo>
                <a:lnTo>
                  <a:pt x="91053" y="40005"/>
                </a:lnTo>
                <a:close/>
                <a:moveTo>
                  <a:pt x="46126" y="64305"/>
                </a:moveTo>
                <a:cubicBezTo>
                  <a:pt x="50475" y="64305"/>
                  <a:pt x="53809" y="68889"/>
                  <a:pt x="53548" y="74541"/>
                </a:cubicBezTo>
                <a:cubicBezTo>
                  <a:pt x="53288" y="80192"/>
                  <a:pt x="50032" y="82250"/>
                  <a:pt x="45657" y="82250"/>
                </a:cubicBezTo>
                <a:cubicBezTo>
                  <a:pt x="41281" y="82250"/>
                  <a:pt x="37479" y="79958"/>
                  <a:pt x="37739" y="74306"/>
                </a:cubicBezTo>
                <a:cubicBezTo>
                  <a:pt x="38000" y="68654"/>
                  <a:pt x="41750" y="64331"/>
                  <a:pt x="46100" y="64331"/>
                </a:cubicBezTo>
                <a:lnTo>
                  <a:pt x="46126" y="64305"/>
                </a:lnTo>
                <a:close/>
                <a:moveTo>
                  <a:pt x="95637" y="74280"/>
                </a:moveTo>
                <a:cubicBezTo>
                  <a:pt x="95897" y="79932"/>
                  <a:pt x="92069" y="82224"/>
                  <a:pt x="87719" y="82224"/>
                </a:cubicBezTo>
                <a:cubicBezTo>
                  <a:pt x="83370" y="82224"/>
                  <a:pt x="80088" y="80166"/>
                  <a:pt x="79828" y="74515"/>
                </a:cubicBezTo>
                <a:cubicBezTo>
                  <a:pt x="79567" y="68863"/>
                  <a:pt x="82901" y="64279"/>
                  <a:pt x="87250" y="64279"/>
                </a:cubicBezTo>
                <a:cubicBezTo>
                  <a:pt x="91600" y="64279"/>
                  <a:pt x="95377" y="68602"/>
                  <a:pt x="95611" y="74254"/>
                </a:cubicBezTo>
                <a:lnTo>
                  <a:pt x="95637" y="74280"/>
                </a:lnTo>
                <a:close/>
                <a:moveTo>
                  <a:pt x="83109" y="89048"/>
                </a:moveTo>
                <a:cubicBezTo>
                  <a:pt x="80427" y="95455"/>
                  <a:pt x="74098" y="99960"/>
                  <a:pt x="66701" y="99960"/>
                </a:cubicBezTo>
                <a:cubicBezTo>
                  <a:pt x="59304" y="99960"/>
                  <a:pt x="52975" y="95455"/>
                  <a:pt x="50293" y="89048"/>
                </a:cubicBezTo>
                <a:cubicBezTo>
                  <a:pt x="49980" y="88292"/>
                  <a:pt x="50501" y="87433"/>
                  <a:pt x="51308" y="87355"/>
                </a:cubicBezTo>
                <a:cubicBezTo>
                  <a:pt x="56101" y="86860"/>
                  <a:pt x="61284" y="86599"/>
                  <a:pt x="66701" y="86599"/>
                </a:cubicBezTo>
                <a:cubicBezTo>
                  <a:pt x="72118" y="86599"/>
                  <a:pt x="77301" y="86860"/>
                  <a:pt x="82094" y="87355"/>
                </a:cubicBezTo>
                <a:cubicBezTo>
                  <a:pt x="82901" y="87433"/>
                  <a:pt x="83422" y="88292"/>
                  <a:pt x="83109" y="8904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71819" y="3709036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Reddit/PRAW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5531" y="1718310"/>
            <a:ext cx="3703320" cy="2341245"/>
          </a:xfrm>
          <a:prstGeom prst="roundRect">
            <a:avLst>
              <a:gd name="adj" fmla="val 6509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1741" y="1874520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54141" y="2026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9441" y="191262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49441" y="217932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01741" y="2522220"/>
            <a:ext cx="34671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NLP multilingue couvrant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darija + arabe + français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un dictionnaire enrichi de 2400+ termes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12456" y="373761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1672" y="0"/>
                </a:moveTo>
                <a:cubicBezTo>
                  <a:pt x="46282" y="0"/>
                  <a:pt x="50006" y="3724"/>
                  <a:pt x="50006" y="8334"/>
                </a:cubicBezTo>
                <a:lnTo>
                  <a:pt x="50006" y="16669"/>
                </a:lnTo>
                <a:lnTo>
                  <a:pt x="83344" y="16669"/>
                </a:lnTo>
                <a:cubicBezTo>
                  <a:pt x="87954" y="16669"/>
                  <a:pt x="91678" y="20393"/>
                  <a:pt x="91678" y="25003"/>
                </a:cubicBezTo>
                <a:cubicBezTo>
                  <a:pt x="91678" y="29613"/>
                  <a:pt x="87954" y="33337"/>
                  <a:pt x="83344" y="33337"/>
                </a:cubicBezTo>
                <a:lnTo>
                  <a:pt x="80843" y="33337"/>
                </a:lnTo>
                <a:lnTo>
                  <a:pt x="78656" y="39354"/>
                </a:lnTo>
                <a:cubicBezTo>
                  <a:pt x="74384" y="51126"/>
                  <a:pt x="67951" y="61883"/>
                  <a:pt x="59851" y="71129"/>
                </a:cubicBezTo>
                <a:cubicBezTo>
                  <a:pt x="63550" y="73421"/>
                  <a:pt x="67404" y="75452"/>
                  <a:pt x="71415" y="77249"/>
                </a:cubicBezTo>
                <a:lnTo>
                  <a:pt x="84542" y="83083"/>
                </a:lnTo>
                <a:lnTo>
                  <a:pt x="100742" y="46620"/>
                </a:lnTo>
                <a:cubicBezTo>
                  <a:pt x="102070" y="43599"/>
                  <a:pt x="105065" y="41672"/>
                  <a:pt x="108347" y="41672"/>
                </a:cubicBezTo>
                <a:cubicBezTo>
                  <a:pt x="111629" y="41672"/>
                  <a:pt x="114624" y="43599"/>
                  <a:pt x="115952" y="46620"/>
                </a:cubicBezTo>
                <a:lnTo>
                  <a:pt x="149289" y="121630"/>
                </a:lnTo>
                <a:cubicBezTo>
                  <a:pt x="151165" y="125849"/>
                  <a:pt x="149263" y="130772"/>
                  <a:pt x="145070" y="132621"/>
                </a:cubicBezTo>
                <a:cubicBezTo>
                  <a:pt x="140877" y="134470"/>
                  <a:pt x="135928" y="132595"/>
                  <a:pt x="134079" y="128401"/>
                </a:cubicBezTo>
                <a:lnTo>
                  <a:pt x="128870" y="116681"/>
                </a:lnTo>
                <a:lnTo>
                  <a:pt x="87850" y="116681"/>
                </a:lnTo>
                <a:lnTo>
                  <a:pt x="82641" y="128401"/>
                </a:lnTo>
                <a:cubicBezTo>
                  <a:pt x="80765" y="132621"/>
                  <a:pt x="75843" y="134496"/>
                  <a:pt x="71650" y="132621"/>
                </a:cubicBezTo>
                <a:cubicBezTo>
                  <a:pt x="67456" y="130746"/>
                  <a:pt x="65555" y="125823"/>
                  <a:pt x="67430" y="121630"/>
                </a:cubicBezTo>
                <a:lnTo>
                  <a:pt x="77796" y="98320"/>
                </a:lnTo>
                <a:lnTo>
                  <a:pt x="64670" y="92486"/>
                </a:lnTo>
                <a:cubicBezTo>
                  <a:pt x="58679" y="89829"/>
                  <a:pt x="52949" y="86651"/>
                  <a:pt x="47532" y="83005"/>
                </a:cubicBezTo>
                <a:cubicBezTo>
                  <a:pt x="41984" y="87485"/>
                  <a:pt x="35916" y="91392"/>
                  <a:pt x="29431" y="94647"/>
                </a:cubicBezTo>
                <a:lnTo>
                  <a:pt x="20393" y="99127"/>
                </a:lnTo>
                <a:cubicBezTo>
                  <a:pt x="16278" y="101185"/>
                  <a:pt x="11277" y="99518"/>
                  <a:pt x="9220" y="95403"/>
                </a:cubicBezTo>
                <a:cubicBezTo>
                  <a:pt x="7162" y="91287"/>
                  <a:pt x="8829" y="86287"/>
                  <a:pt x="12944" y="84229"/>
                </a:cubicBezTo>
                <a:lnTo>
                  <a:pt x="21930" y="79724"/>
                </a:lnTo>
                <a:cubicBezTo>
                  <a:pt x="26175" y="77588"/>
                  <a:pt x="30212" y="75114"/>
                  <a:pt x="34015" y="72353"/>
                </a:cubicBezTo>
                <a:cubicBezTo>
                  <a:pt x="30420" y="69045"/>
                  <a:pt x="27035" y="65477"/>
                  <a:pt x="23883" y="61700"/>
                </a:cubicBezTo>
                <a:lnTo>
                  <a:pt x="21253" y="58523"/>
                </a:lnTo>
                <a:cubicBezTo>
                  <a:pt x="18310" y="54981"/>
                  <a:pt x="18778" y="49720"/>
                  <a:pt x="22320" y="46777"/>
                </a:cubicBezTo>
                <a:cubicBezTo>
                  <a:pt x="25863" y="43834"/>
                  <a:pt x="31124" y="44302"/>
                  <a:pt x="34067" y="47845"/>
                </a:cubicBezTo>
                <a:lnTo>
                  <a:pt x="36723" y="51022"/>
                </a:lnTo>
                <a:cubicBezTo>
                  <a:pt x="39719" y="54642"/>
                  <a:pt x="43000" y="58002"/>
                  <a:pt x="46464" y="61101"/>
                </a:cubicBezTo>
                <a:cubicBezTo>
                  <a:pt x="53626" y="53184"/>
                  <a:pt x="59278" y="43886"/>
                  <a:pt x="63003" y="33650"/>
                </a:cubicBezTo>
                <a:lnTo>
                  <a:pt x="63133" y="33337"/>
                </a:lnTo>
                <a:lnTo>
                  <a:pt x="8360" y="33337"/>
                </a:lnTo>
                <a:cubicBezTo>
                  <a:pt x="3724" y="33337"/>
                  <a:pt x="0" y="29613"/>
                  <a:pt x="0" y="25003"/>
                </a:cubicBezTo>
                <a:cubicBezTo>
                  <a:pt x="0" y="20393"/>
                  <a:pt x="3724" y="16669"/>
                  <a:pt x="8334" y="16669"/>
                </a:cubicBezTo>
                <a:lnTo>
                  <a:pt x="33337" y="16669"/>
                </a:lnTo>
                <a:lnTo>
                  <a:pt x="33337" y="8334"/>
                </a:lnTo>
                <a:cubicBezTo>
                  <a:pt x="33337" y="3724"/>
                  <a:pt x="37062" y="0"/>
                  <a:pt x="41672" y="0"/>
                </a:cubicBezTo>
                <a:close/>
                <a:moveTo>
                  <a:pt x="108347" y="70530"/>
                </a:moveTo>
                <a:lnTo>
                  <a:pt x="95246" y="100013"/>
                </a:lnTo>
                <a:lnTo>
                  <a:pt x="121447" y="100013"/>
                </a:lnTo>
                <a:lnTo>
                  <a:pt x="108347" y="7053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4628" y="3709036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AFINN-111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6256" y="3709036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06271" y="3709036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[-1, +1]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6371" y="1718310"/>
            <a:ext cx="3703320" cy="2341245"/>
          </a:xfrm>
          <a:prstGeom prst="roundRect">
            <a:avLst>
              <a:gd name="adj" fmla="val 6509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62581" y="1874520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14981" y="2026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5860" y="313"/>
                </a:moveTo>
                <a:cubicBezTo>
                  <a:pt x="103584" y="1965"/>
                  <a:pt x="108496" y="9555"/>
                  <a:pt x="106844" y="17279"/>
                </a:cubicBezTo>
                <a:lnTo>
                  <a:pt x="98316" y="57150"/>
                </a:lnTo>
                <a:lnTo>
                  <a:pt x="154796" y="57150"/>
                </a:lnTo>
                <a:lnTo>
                  <a:pt x="164619" y="11296"/>
                </a:lnTo>
                <a:cubicBezTo>
                  <a:pt x="166271" y="3572"/>
                  <a:pt x="173861" y="-1339"/>
                  <a:pt x="181585" y="313"/>
                </a:cubicBezTo>
                <a:cubicBezTo>
                  <a:pt x="189309" y="1965"/>
                  <a:pt x="194221" y="9555"/>
                  <a:pt x="192569" y="17279"/>
                </a:cubicBezTo>
                <a:lnTo>
                  <a:pt x="184041" y="57150"/>
                </a:lnTo>
                <a:lnTo>
                  <a:pt x="214313" y="57150"/>
                </a:lnTo>
                <a:cubicBezTo>
                  <a:pt x="222215" y="57150"/>
                  <a:pt x="228600" y="63535"/>
                  <a:pt x="228600" y="71438"/>
                </a:cubicBezTo>
                <a:cubicBezTo>
                  <a:pt x="228600" y="79340"/>
                  <a:pt x="222215" y="85725"/>
                  <a:pt x="214313" y="85725"/>
                </a:cubicBezTo>
                <a:lnTo>
                  <a:pt x="177879" y="85725"/>
                </a:lnTo>
                <a:lnTo>
                  <a:pt x="165646" y="142875"/>
                </a:lnTo>
                <a:lnTo>
                  <a:pt x="195917" y="142875"/>
                </a:lnTo>
                <a:cubicBezTo>
                  <a:pt x="203820" y="142875"/>
                  <a:pt x="210205" y="149260"/>
                  <a:pt x="210205" y="157163"/>
                </a:cubicBezTo>
                <a:cubicBezTo>
                  <a:pt x="210205" y="165065"/>
                  <a:pt x="203820" y="171450"/>
                  <a:pt x="195917" y="171450"/>
                </a:cubicBezTo>
                <a:lnTo>
                  <a:pt x="159484" y="171450"/>
                </a:lnTo>
                <a:lnTo>
                  <a:pt x="149662" y="217304"/>
                </a:lnTo>
                <a:cubicBezTo>
                  <a:pt x="148010" y="225028"/>
                  <a:pt x="140419" y="229939"/>
                  <a:pt x="132695" y="228287"/>
                </a:cubicBezTo>
                <a:cubicBezTo>
                  <a:pt x="124971" y="226635"/>
                  <a:pt x="120060" y="219045"/>
                  <a:pt x="121712" y="211321"/>
                </a:cubicBezTo>
                <a:lnTo>
                  <a:pt x="130239" y="171450"/>
                </a:lnTo>
                <a:lnTo>
                  <a:pt x="73759" y="171450"/>
                </a:lnTo>
                <a:lnTo>
                  <a:pt x="63937" y="217304"/>
                </a:lnTo>
                <a:cubicBezTo>
                  <a:pt x="62285" y="225028"/>
                  <a:pt x="54694" y="229939"/>
                  <a:pt x="46970" y="228287"/>
                </a:cubicBezTo>
                <a:cubicBezTo>
                  <a:pt x="39246" y="226635"/>
                  <a:pt x="34335" y="219045"/>
                  <a:pt x="35987" y="211321"/>
                </a:cubicBezTo>
                <a:lnTo>
                  <a:pt x="44559" y="171450"/>
                </a:lnTo>
                <a:lnTo>
                  <a:pt x="14288" y="171450"/>
                </a:lnTo>
                <a:cubicBezTo>
                  <a:pt x="6385" y="171450"/>
                  <a:pt x="0" y="165065"/>
                  <a:pt x="0" y="157163"/>
                </a:cubicBezTo>
                <a:cubicBezTo>
                  <a:pt x="0" y="149260"/>
                  <a:pt x="6385" y="142875"/>
                  <a:pt x="14288" y="142875"/>
                </a:cubicBezTo>
                <a:lnTo>
                  <a:pt x="50721" y="142875"/>
                </a:lnTo>
                <a:lnTo>
                  <a:pt x="62954" y="85725"/>
                </a:lnTo>
                <a:lnTo>
                  <a:pt x="32683" y="85725"/>
                </a:lnTo>
                <a:cubicBezTo>
                  <a:pt x="24780" y="85725"/>
                  <a:pt x="18395" y="79340"/>
                  <a:pt x="18395" y="71438"/>
                </a:cubicBezTo>
                <a:cubicBezTo>
                  <a:pt x="18395" y="63535"/>
                  <a:pt x="24780" y="57150"/>
                  <a:pt x="32683" y="57150"/>
                </a:cubicBezTo>
                <a:lnTo>
                  <a:pt x="69116" y="57150"/>
                </a:lnTo>
                <a:lnTo>
                  <a:pt x="78938" y="11296"/>
                </a:lnTo>
                <a:cubicBezTo>
                  <a:pt x="80546" y="3572"/>
                  <a:pt x="88136" y="-1339"/>
                  <a:pt x="95860" y="313"/>
                </a:cubicBezTo>
                <a:close/>
                <a:moveTo>
                  <a:pt x="92154" y="85725"/>
                </a:moveTo>
                <a:lnTo>
                  <a:pt x="79921" y="142875"/>
                </a:lnTo>
                <a:lnTo>
                  <a:pt x="136401" y="142875"/>
                </a:lnTo>
                <a:lnTo>
                  <a:pt x="148635" y="85725"/>
                </a:lnTo>
                <a:lnTo>
                  <a:pt x="92154" y="8572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10281" y="191262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10281" y="217932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2581" y="2522220"/>
            <a:ext cx="34671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 des hashtags dominants et détection d'</a:t>
            </a:r>
            <a:r>
              <a:rPr lang="en-US" sz="12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anomalie temporelle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(spike ×1,5)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81631" y="373761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05468" y="3709036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75884" y="3709036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95899" y="3709036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 automatique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4215765"/>
            <a:ext cx="3703320" cy="2255520"/>
          </a:xfrm>
          <a:prstGeom prst="roundRect">
            <a:avLst>
              <a:gd name="adj" fmla="val 6757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1020" y="4371975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3420" y="452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88720" y="441007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Prédire ★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467677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04 — Original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1020" y="5019675"/>
            <a:ext cx="34671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Vélocité de tendance </a:t>
            </a:r>
            <a:r>
              <a:rPr lang="en-US" sz="12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géo-temporelle originale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la prédiction précoce des crises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4830" y="5962651"/>
            <a:ext cx="3379470" cy="350520"/>
          </a:xfrm>
          <a:prstGeom prst="roundRect">
            <a:avLst>
              <a:gd name="adj" fmla="val 21739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940" y="6042661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 Contribution algorithmique unique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45531" y="4215765"/>
            <a:ext cx="3703320" cy="2255520"/>
          </a:xfrm>
          <a:prstGeom prst="roundRect">
            <a:avLst>
              <a:gd name="adj" fmla="val 6757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01741" y="4371975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25566" y="45243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49441" y="4410075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049441" y="467677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01741" y="5019675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choroplèthe du Maroc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animée en temps réel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Leaflet.js et GeoJSON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20791" y="61550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44628" y="612648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Leaflet.js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23629" y="6126480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43644" y="612648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régions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6371" y="4215765"/>
            <a:ext cx="3703320" cy="2255520"/>
          </a:xfrm>
          <a:prstGeom prst="roundRect">
            <a:avLst>
              <a:gd name="adj" fmla="val 6757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262581" y="4371975"/>
            <a:ext cx="5334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429268" y="4524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910281" y="441007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10281" y="4676775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 06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62581" y="5019675"/>
            <a:ext cx="3467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d'alerte précoce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 le pic de crise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grâce à l'analyse de vélocité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81631" y="61550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05468" y="612648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5s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24355" y="6126480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44370" y="612648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clignotantes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2d2104a873b0ced0913eaffcced8300dbb26118.jp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520190"/>
            <a:ext cx="1607820" cy="541020"/>
          </a:xfrm>
          <a:prstGeom prst="roundRect">
            <a:avLst>
              <a:gd name="adj" fmla="val 5000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16383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72145" y="165723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93502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36602"/>
            <a:ext cx="1219200" cy="5715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F6AD55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4598552"/>
            <a:ext cx="4533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couches, pipeline Python MapReduce,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 et stack complet.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— ARCHITECTURE &amp; CONCEPTION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Générale — 3 Couches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 de données unidirectionnel : Collecte → Traitement → Présentation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0000"/>
            <a:ext cx="762000" cy="3175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3850" y="1371600"/>
            <a:ext cx="3751263" cy="2663825"/>
          </a:xfrm>
          <a:prstGeom prst="roundRect">
            <a:avLst>
              <a:gd name="adj" fmla="val 4768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54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5450" y="1473201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6497" y="1584326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9922"/>
                </a:moveTo>
                <a:cubicBezTo>
                  <a:pt x="79375" y="4434"/>
                  <a:pt x="74941" y="0"/>
                  <a:pt x="69453" y="0"/>
                </a:cubicBezTo>
                <a:cubicBezTo>
                  <a:pt x="63965" y="0"/>
                  <a:pt x="59531" y="4434"/>
                  <a:pt x="59531" y="9922"/>
                </a:cubicBezTo>
                <a:lnTo>
                  <a:pt x="59531" y="75251"/>
                </a:lnTo>
                <a:lnTo>
                  <a:pt x="46695" y="62415"/>
                </a:lnTo>
                <a:cubicBezTo>
                  <a:pt x="42819" y="58539"/>
                  <a:pt x="36525" y="58539"/>
                  <a:pt x="32649" y="62415"/>
                </a:cubicBezTo>
                <a:cubicBezTo>
                  <a:pt x="28773" y="66291"/>
                  <a:pt x="28773" y="72585"/>
                  <a:pt x="32649" y="76460"/>
                </a:cubicBezTo>
                <a:lnTo>
                  <a:pt x="62415" y="106226"/>
                </a:lnTo>
                <a:cubicBezTo>
                  <a:pt x="66291" y="110102"/>
                  <a:pt x="72585" y="110102"/>
                  <a:pt x="76460" y="106226"/>
                </a:cubicBezTo>
                <a:lnTo>
                  <a:pt x="106226" y="76460"/>
                </a:lnTo>
                <a:cubicBezTo>
                  <a:pt x="110102" y="72585"/>
                  <a:pt x="110102" y="66291"/>
                  <a:pt x="106226" y="62415"/>
                </a:cubicBezTo>
                <a:cubicBezTo>
                  <a:pt x="102350" y="58539"/>
                  <a:pt x="96056" y="58539"/>
                  <a:pt x="92180" y="62415"/>
                </a:cubicBezTo>
                <a:lnTo>
                  <a:pt x="79375" y="75251"/>
                </a:lnTo>
                <a:lnTo>
                  <a:pt x="79375" y="9922"/>
                </a:lnTo>
                <a:close/>
                <a:moveTo>
                  <a:pt x="19844" y="99219"/>
                </a:moveTo>
                <a:cubicBezTo>
                  <a:pt x="8899" y="99219"/>
                  <a:pt x="0" y="108117"/>
                  <a:pt x="0" y="119062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19062"/>
                </a:lnTo>
                <a:cubicBezTo>
                  <a:pt x="138906" y="108117"/>
                  <a:pt x="130008" y="99219"/>
                  <a:pt x="119062" y="99219"/>
                </a:cubicBezTo>
                <a:lnTo>
                  <a:pt x="104521" y="99219"/>
                </a:lnTo>
                <a:lnTo>
                  <a:pt x="86971" y="116768"/>
                </a:lnTo>
                <a:cubicBezTo>
                  <a:pt x="77298" y="126442"/>
                  <a:pt x="61578" y="126442"/>
                  <a:pt x="51904" y="116768"/>
                </a:cubicBezTo>
                <a:lnTo>
                  <a:pt x="34385" y="99219"/>
                </a:lnTo>
                <a:lnTo>
                  <a:pt x="19844" y="99219"/>
                </a:lnTo>
                <a:close/>
                <a:moveTo>
                  <a:pt x="114102" y="116582"/>
                </a:moveTo>
                <a:cubicBezTo>
                  <a:pt x="118209" y="116582"/>
                  <a:pt x="121543" y="119916"/>
                  <a:pt x="121543" y="124023"/>
                </a:cubicBezTo>
                <a:cubicBezTo>
                  <a:pt x="121543" y="128130"/>
                  <a:pt x="118209" y="131465"/>
                  <a:pt x="114102" y="131465"/>
                </a:cubicBezTo>
                <a:cubicBezTo>
                  <a:pt x="109995" y="131465"/>
                  <a:pt x="106660" y="128130"/>
                  <a:pt x="106660" y="124023"/>
                </a:cubicBezTo>
                <a:cubicBezTo>
                  <a:pt x="106660" y="119916"/>
                  <a:pt x="109995" y="116582"/>
                  <a:pt x="114102" y="11658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1700" y="1473201"/>
            <a:ext cx="156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COLLECTE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1700" y="1695451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 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8625" y="1920876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4073" y="201136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2727" y="55950"/>
                </a:moveTo>
                <a:cubicBezTo>
                  <a:pt x="120579" y="47327"/>
                  <a:pt x="116505" y="40825"/>
                  <a:pt x="107826" y="40825"/>
                </a:cubicBezTo>
                <a:lnTo>
                  <a:pt x="96636" y="40825"/>
                </a:lnTo>
                <a:lnTo>
                  <a:pt x="96636" y="54053"/>
                </a:lnTo>
                <a:cubicBezTo>
                  <a:pt x="96636" y="64322"/>
                  <a:pt x="87930" y="72972"/>
                  <a:pt x="77995" y="72972"/>
                </a:cubicBezTo>
                <a:lnTo>
                  <a:pt x="48192" y="72972"/>
                </a:lnTo>
                <a:cubicBezTo>
                  <a:pt x="40044" y="72972"/>
                  <a:pt x="33291" y="79949"/>
                  <a:pt x="33291" y="88125"/>
                </a:cubicBezTo>
                <a:lnTo>
                  <a:pt x="33291" y="116532"/>
                </a:lnTo>
                <a:cubicBezTo>
                  <a:pt x="33291" y="124625"/>
                  <a:pt x="40323" y="129369"/>
                  <a:pt x="48192" y="131685"/>
                </a:cubicBezTo>
                <a:cubicBezTo>
                  <a:pt x="57624" y="134448"/>
                  <a:pt x="66694" y="134950"/>
                  <a:pt x="77995" y="131685"/>
                </a:cubicBezTo>
                <a:cubicBezTo>
                  <a:pt x="85502" y="129508"/>
                  <a:pt x="92897" y="125127"/>
                  <a:pt x="92897" y="116532"/>
                </a:cubicBezTo>
                <a:lnTo>
                  <a:pt x="92897" y="105175"/>
                </a:lnTo>
                <a:lnTo>
                  <a:pt x="63122" y="105175"/>
                </a:lnTo>
                <a:lnTo>
                  <a:pt x="63122" y="101380"/>
                </a:lnTo>
                <a:lnTo>
                  <a:pt x="107826" y="101380"/>
                </a:lnTo>
                <a:cubicBezTo>
                  <a:pt x="116505" y="101380"/>
                  <a:pt x="119714" y="95324"/>
                  <a:pt x="122727" y="86255"/>
                </a:cubicBezTo>
                <a:cubicBezTo>
                  <a:pt x="125853" y="76907"/>
                  <a:pt x="125713" y="67921"/>
                  <a:pt x="122727" y="55950"/>
                </a:cubicBezTo>
                <a:close/>
                <a:moveTo>
                  <a:pt x="79865" y="124095"/>
                </a:moveTo>
                <a:cubicBezTo>
                  <a:pt x="77741" y="124244"/>
                  <a:pt x="75712" y="123195"/>
                  <a:pt x="74604" y="121377"/>
                </a:cubicBezTo>
                <a:cubicBezTo>
                  <a:pt x="73497" y="119558"/>
                  <a:pt x="73497" y="117274"/>
                  <a:pt x="74604" y="115455"/>
                </a:cubicBezTo>
                <a:cubicBezTo>
                  <a:pt x="75712" y="113637"/>
                  <a:pt x="77741" y="112588"/>
                  <a:pt x="79865" y="112737"/>
                </a:cubicBezTo>
                <a:cubicBezTo>
                  <a:pt x="81989" y="112588"/>
                  <a:pt x="84018" y="113637"/>
                  <a:pt x="85125" y="115455"/>
                </a:cubicBezTo>
                <a:cubicBezTo>
                  <a:pt x="86233" y="117274"/>
                  <a:pt x="86233" y="119558"/>
                  <a:pt x="85125" y="121377"/>
                </a:cubicBezTo>
                <a:cubicBezTo>
                  <a:pt x="84018" y="123195"/>
                  <a:pt x="81989" y="124244"/>
                  <a:pt x="79865" y="124095"/>
                </a:cubicBezTo>
                <a:close/>
                <a:moveTo>
                  <a:pt x="46825" y="69233"/>
                </a:moveTo>
                <a:lnTo>
                  <a:pt x="76628" y="69233"/>
                </a:lnTo>
                <a:cubicBezTo>
                  <a:pt x="84916" y="69233"/>
                  <a:pt x="91529" y="62396"/>
                  <a:pt x="91529" y="54080"/>
                </a:cubicBezTo>
                <a:lnTo>
                  <a:pt x="91529" y="25645"/>
                </a:lnTo>
                <a:cubicBezTo>
                  <a:pt x="91529" y="17552"/>
                  <a:pt x="84720" y="11497"/>
                  <a:pt x="76628" y="10130"/>
                </a:cubicBezTo>
                <a:cubicBezTo>
                  <a:pt x="66638" y="8483"/>
                  <a:pt x="55783" y="8567"/>
                  <a:pt x="46825" y="10158"/>
                </a:cubicBezTo>
                <a:cubicBezTo>
                  <a:pt x="34212" y="12390"/>
                  <a:pt x="31924" y="17050"/>
                  <a:pt x="31924" y="25673"/>
                </a:cubicBezTo>
                <a:lnTo>
                  <a:pt x="31924" y="37030"/>
                </a:lnTo>
                <a:lnTo>
                  <a:pt x="61754" y="37030"/>
                </a:lnTo>
                <a:lnTo>
                  <a:pt x="61754" y="40825"/>
                </a:lnTo>
                <a:lnTo>
                  <a:pt x="20734" y="40825"/>
                </a:lnTo>
                <a:cubicBezTo>
                  <a:pt x="12055" y="40825"/>
                  <a:pt x="4465" y="46044"/>
                  <a:pt x="2093" y="55950"/>
                </a:cubicBezTo>
                <a:cubicBezTo>
                  <a:pt x="-642" y="67308"/>
                  <a:pt x="-753" y="74395"/>
                  <a:pt x="2093" y="86255"/>
                </a:cubicBezTo>
                <a:cubicBezTo>
                  <a:pt x="4214" y="95073"/>
                  <a:pt x="9265" y="101380"/>
                  <a:pt x="17943" y="101380"/>
                </a:cubicBezTo>
                <a:lnTo>
                  <a:pt x="28184" y="101380"/>
                </a:lnTo>
                <a:lnTo>
                  <a:pt x="28184" y="87762"/>
                </a:lnTo>
                <a:cubicBezTo>
                  <a:pt x="28184" y="77912"/>
                  <a:pt x="36695" y="69233"/>
                  <a:pt x="46825" y="69233"/>
                </a:cubicBezTo>
                <a:close/>
                <a:moveTo>
                  <a:pt x="44983" y="18055"/>
                </a:moveTo>
                <a:cubicBezTo>
                  <a:pt x="48125" y="18055"/>
                  <a:pt x="50676" y="20606"/>
                  <a:pt x="50676" y="23747"/>
                </a:cubicBezTo>
                <a:cubicBezTo>
                  <a:pt x="50676" y="26889"/>
                  <a:pt x="48125" y="29440"/>
                  <a:pt x="44983" y="29440"/>
                </a:cubicBezTo>
                <a:cubicBezTo>
                  <a:pt x="41841" y="29440"/>
                  <a:pt x="39291" y="26889"/>
                  <a:pt x="39291" y="23747"/>
                </a:cubicBezTo>
                <a:cubicBezTo>
                  <a:pt x="39291" y="20606"/>
                  <a:pt x="41841" y="18055"/>
                  <a:pt x="44983" y="1805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7394" y="1987549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scraper.py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" y="2209799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Tweepy + PRAW pour Twitter/X &amp; Reddit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8625" y="2489202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3003" y="257968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52629"/>
                </a:moveTo>
                <a:cubicBezTo>
                  <a:pt x="0" y="23552"/>
                  <a:pt x="23999" y="0"/>
                  <a:pt x="53578" y="0"/>
                </a:cubicBezTo>
                <a:cubicBezTo>
                  <a:pt x="83158" y="0"/>
                  <a:pt x="107156" y="23552"/>
                  <a:pt x="107156" y="52629"/>
                </a:cubicBezTo>
                <a:cubicBezTo>
                  <a:pt x="107156" y="85920"/>
                  <a:pt x="73614" y="125825"/>
                  <a:pt x="59606" y="141033"/>
                </a:cubicBezTo>
                <a:cubicBezTo>
                  <a:pt x="56313" y="144605"/>
                  <a:pt x="50816" y="144605"/>
                  <a:pt x="47523" y="141033"/>
                </a:cubicBezTo>
                <a:cubicBezTo>
                  <a:pt x="33514" y="125825"/>
                  <a:pt x="-28" y="85920"/>
                  <a:pt x="-28" y="52629"/>
                </a:cubicBezTo>
                <a:close/>
                <a:moveTo>
                  <a:pt x="53578" y="71438"/>
                </a:moveTo>
                <a:cubicBezTo>
                  <a:pt x="63435" y="71438"/>
                  <a:pt x="71438" y="63435"/>
                  <a:pt x="71438" y="53578"/>
                </a:cubicBezTo>
                <a:cubicBezTo>
                  <a:pt x="71438" y="43721"/>
                  <a:pt x="63435" y="35719"/>
                  <a:pt x="53578" y="35719"/>
                </a:cubicBezTo>
                <a:cubicBezTo>
                  <a:pt x="43721" y="35719"/>
                  <a:pt x="35719" y="43721"/>
                  <a:pt x="35719" y="53578"/>
                </a:cubicBezTo>
                <a:cubicBezTo>
                  <a:pt x="35719" y="63435"/>
                  <a:pt x="43721" y="71438"/>
                  <a:pt x="53578" y="7143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7394" y="2555875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region_inferrer.py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300" y="2778125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Inférence géographique par mots-clés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8625" y="3057527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5144" y="31480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394" y="3124201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APScheduler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5300" y="3346451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Scraping automatique toutes les 60s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8625" y="3641724"/>
            <a:ext cx="3546475" cy="292100"/>
          </a:xfrm>
          <a:prstGeom prst="roundRect">
            <a:avLst>
              <a:gd name="adj" fmla="val 2173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7519" y="3708402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/data/raw/*.jsonl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00651" y="2355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026" y="2578102"/>
            <a:ext cx="31750" cy="25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8B2AC"/>
              </a:gs>
              <a:gs pos="0">
                <a:srgbClr val="FFFFFF"/>
              </a:gs>
              <a:gs pos="100000">
                <a:srgbClr val="F6AD55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00651" y="2863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13117" y="1371600"/>
            <a:ext cx="3751263" cy="2663825"/>
          </a:xfrm>
          <a:prstGeom prst="roundRect">
            <a:avLst>
              <a:gd name="adj" fmla="val 4768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540000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14718" y="1473201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5999" y="1584326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90968" y="1473201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TRAITEMENT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90968" y="1695451"/>
            <a:ext cx="172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MapReduce Processing Layer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17893" y="1920876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13340" y="201136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22324" y="29021"/>
                </a:moveTo>
                <a:cubicBezTo>
                  <a:pt x="26021" y="29021"/>
                  <a:pt x="29021" y="26021"/>
                  <a:pt x="29021" y="22324"/>
                </a:cubicBezTo>
                <a:cubicBezTo>
                  <a:pt x="29021" y="18628"/>
                  <a:pt x="26021" y="15627"/>
                  <a:pt x="22324" y="15627"/>
                </a:cubicBezTo>
                <a:cubicBezTo>
                  <a:pt x="18628" y="15627"/>
                  <a:pt x="15627" y="18628"/>
                  <a:pt x="15627" y="22324"/>
                </a:cubicBezTo>
                <a:cubicBezTo>
                  <a:pt x="15627" y="26021"/>
                  <a:pt x="18628" y="29021"/>
                  <a:pt x="22324" y="29021"/>
                </a:cubicBezTo>
                <a:close/>
                <a:moveTo>
                  <a:pt x="44648" y="22324"/>
                </a:moveTo>
                <a:cubicBezTo>
                  <a:pt x="44648" y="31477"/>
                  <a:pt x="39151" y="39346"/>
                  <a:pt x="31254" y="42779"/>
                </a:cubicBezTo>
                <a:lnTo>
                  <a:pt x="31254" y="62508"/>
                </a:lnTo>
                <a:lnTo>
                  <a:pt x="80367" y="62508"/>
                </a:lnTo>
                <a:cubicBezTo>
                  <a:pt x="87762" y="62508"/>
                  <a:pt x="93762" y="56508"/>
                  <a:pt x="93762" y="49113"/>
                </a:cubicBezTo>
                <a:lnTo>
                  <a:pt x="93762" y="42779"/>
                </a:lnTo>
                <a:cubicBezTo>
                  <a:pt x="85865" y="39346"/>
                  <a:pt x="80367" y="31477"/>
                  <a:pt x="80367" y="22324"/>
                </a:cubicBezTo>
                <a:cubicBezTo>
                  <a:pt x="80367" y="9990"/>
                  <a:pt x="90357" y="0"/>
                  <a:pt x="102691" y="0"/>
                </a:cubicBezTo>
                <a:cubicBezTo>
                  <a:pt x="115026" y="0"/>
                  <a:pt x="125016" y="9990"/>
                  <a:pt x="125016" y="22324"/>
                </a:cubicBezTo>
                <a:cubicBezTo>
                  <a:pt x="125016" y="31477"/>
                  <a:pt x="119518" y="39346"/>
                  <a:pt x="111621" y="42779"/>
                </a:cubicBezTo>
                <a:lnTo>
                  <a:pt x="111621" y="49113"/>
                </a:lnTo>
                <a:cubicBezTo>
                  <a:pt x="111621" y="66387"/>
                  <a:pt x="97641" y="80367"/>
                  <a:pt x="80367" y="80367"/>
                </a:cubicBezTo>
                <a:lnTo>
                  <a:pt x="31254" y="80367"/>
                </a:lnTo>
                <a:lnTo>
                  <a:pt x="31254" y="100096"/>
                </a:lnTo>
                <a:cubicBezTo>
                  <a:pt x="39151" y="103529"/>
                  <a:pt x="44648" y="111398"/>
                  <a:pt x="44648" y="120551"/>
                </a:cubicBezTo>
                <a:cubicBezTo>
                  <a:pt x="44648" y="132885"/>
                  <a:pt x="34658" y="142875"/>
                  <a:pt x="22324" y="142875"/>
                </a:cubicBezTo>
                <a:cubicBezTo>
                  <a:pt x="9990" y="142875"/>
                  <a:pt x="0" y="132885"/>
                  <a:pt x="0" y="120551"/>
                </a:cubicBezTo>
                <a:cubicBezTo>
                  <a:pt x="0" y="111398"/>
                  <a:pt x="5497" y="103529"/>
                  <a:pt x="13395" y="100096"/>
                </a:cubicBezTo>
                <a:lnTo>
                  <a:pt x="13395" y="42807"/>
                </a:lnTo>
                <a:cubicBezTo>
                  <a:pt x="5497" y="39346"/>
                  <a:pt x="0" y="31477"/>
                  <a:pt x="0" y="22324"/>
                </a:cubicBezTo>
                <a:cubicBezTo>
                  <a:pt x="0" y="9990"/>
                  <a:pt x="9990" y="0"/>
                  <a:pt x="22324" y="0"/>
                </a:cubicBezTo>
                <a:cubicBezTo>
                  <a:pt x="34658" y="0"/>
                  <a:pt x="44648" y="9990"/>
                  <a:pt x="44648" y="22324"/>
                </a:cubicBezTo>
                <a:close/>
                <a:moveTo>
                  <a:pt x="109389" y="22324"/>
                </a:moveTo>
                <a:cubicBezTo>
                  <a:pt x="109389" y="18628"/>
                  <a:pt x="106388" y="15627"/>
                  <a:pt x="102691" y="15627"/>
                </a:cubicBezTo>
                <a:cubicBezTo>
                  <a:pt x="98995" y="15627"/>
                  <a:pt x="95994" y="18628"/>
                  <a:pt x="95994" y="22324"/>
                </a:cubicBezTo>
                <a:cubicBezTo>
                  <a:pt x="95994" y="26021"/>
                  <a:pt x="98995" y="29021"/>
                  <a:pt x="102691" y="29021"/>
                </a:cubicBezTo>
                <a:cubicBezTo>
                  <a:pt x="106388" y="29021"/>
                  <a:pt x="109389" y="26021"/>
                  <a:pt x="109389" y="22324"/>
                </a:cubicBezTo>
                <a:close/>
                <a:moveTo>
                  <a:pt x="22324" y="127248"/>
                </a:moveTo>
                <a:cubicBezTo>
                  <a:pt x="26021" y="127248"/>
                  <a:pt x="29021" y="124247"/>
                  <a:pt x="29021" y="120551"/>
                </a:cubicBezTo>
                <a:cubicBezTo>
                  <a:pt x="29021" y="116854"/>
                  <a:pt x="26021" y="113854"/>
                  <a:pt x="22324" y="113854"/>
                </a:cubicBezTo>
                <a:cubicBezTo>
                  <a:pt x="18628" y="113854"/>
                  <a:pt x="15627" y="116854"/>
                  <a:pt x="15627" y="120551"/>
                </a:cubicBezTo>
                <a:cubicBezTo>
                  <a:pt x="15627" y="124247"/>
                  <a:pt x="18628" y="127248"/>
                  <a:pt x="22324" y="12724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26661" y="1987549"/>
            <a:ext cx="113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MapReduce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84567" y="2209799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jobs parallèles de traitement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17893" y="2489202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04411" y="25796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8009" y="17859"/>
                  <a:pt x="0" y="25868"/>
                  <a:pt x="0" y="35719"/>
                </a:cubicBezTo>
                <a:lnTo>
                  <a:pt x="0" y="37784"/>
                </a:lnTo>
                <a:cubicBezTo>
                  <a:pt x="0" y="39681"/>
                  <a:pt x="1228" y="41300"/>
                  <a:pt x="2818" y="42332"/>
                </a:cubicBezTo>
                <a:cubicBezTo>
                  <a:pt x="6502" y="44732"/>
                  <a:pt x="8930" y="48862"/>
                  <a:pt x="8930" y="53578"/>
                </a:cubicBezTo>
                <a:cubicBezTo>
                  <a:pt x="8930" y="58294"/>
                  <a:pt x="6502" y="62424"/>
                  <a:pt x="2818" y="64824"/>
                </a:cubicBezTo>
                <a:cubicBezTo>
                  <a:pt x="1228" y="65856"/>
                  <a:pt x="0" y="67475"/>
                  <a:pt x="0" y="69373"/>
                </a:cubicBezTo>
                <a:lnTo>
                  <a:pt x="0" y="84832"/>
                </a:lnTo>
                <a:lnTo>
                  <a:pt x="142875" y="84832"/>
                </a:lnTo>
                <a:lnTo>
                  <a:pt x="142875" y="69373"/>
                </a:lnTo>
                <a:cubicBezTo>
                  <a:pt x="142875" y="67475"/>
                  <a:pt x="141647" y="65856"/>
                  <a:pt x="140057" y="64824"/>
                </a:cubicBezTo>
                <a:cubicBezTo>
                  <a:pt x="136373" y="62424"/>
                  <a:pt x="133945" y="58294"/>
                  <a:pt x="133945" y="53578"/>
                </a:cubicBezTo>
                <a:cubicBezTo>
                  <a:pt x="133945" y="48862"/>
                  <a:pt x="136373" y="44732"/>
                  <a:pt x="140057" y="42332"/>
                </a:cubicBezTo>
                <a:cubicBezTo>
                  <a:pt x="141647" y="41300"/>
                  <a:pt x="142875" y="39681"/>
                  <a:pt x="142875" y="37784"/>
                </a:cubicBezTo>
                <a:lnTo>
                  <a:pt x="142875" y="35719"/>
                </a:lnTo>
                <a:cubicBezTo>
                  <a:pt x="142875" y="25868"/>
                  <a:pt x="134866" y="17859"/>
                  <a:pt x="125016" y="17859"/>
                </a:cubicBezTo>
                <a:lnTo>
                  <a:pt x="17859" y="17859"/>
                </a:lnTo>
                <a:close/>
                <a:moveTo>
                  <a:pt x="142875" y="116086"/>
                </a:moveTo>
                <a:lnTo>
                  <a:pt x="142875" y="98227"/>
                </a:lnTo>
                <a:lnTo>
                  <a:pt x="0" y="98227"/>
                </a:lnTo>
                <a:lnTo>
                  <a:pt x="0" y="116086"/>
                </a:lnTo>
                <a:cubicBezTo>
                  <a:pt x="0" y="121025"/>
                  <a:pt x="3990" y="125016"/>
                  <a:pt x="8930" y="125016"/>
                </a:cubicBezTo>
                <a:lnTo>
                  <a:pt x="26789" y="125016"/>
                </a:lnTo>
                <a:lnTo>
                  <a:pt x="26789" y="118318"/>
                </a:lnTo>
                <a:cubicBezTo>
                  <a:pt x="26789" y="114607"/>
                  <a:pt x="29775" y="111621"/>
                  <a:pt x="33486" y="111621"/>
                </a:cubicBezTo>
                <a:cubicBezTo>
                  <a:pt x="37198" y="111621"/>
                  <a:pt x="40184" y="114607"/>
                  <a:pt x="40184" y="118318"/>
                </a:cubicBezTo>
                <a:lnTo>
                  <a:pt x="40184" y="125016"/>
                </a:lnTo>
                <a:lnTo>
                  <a:pt x="64740" y="125016"/>
                </a:lnTo>
                <a:lnTo>
                  <a:pt x="64740" y="118318"/>
                </a:lnTo>
                <a:cubicBezTo>
                  <a:pt x="64740" y="114607"/>
                  <a:pt x="67726" y="111621"/>
                  <a:pt x="71438" y="111621"/>
                </a:cubicBezTo>
                <a:cubicBezTo>
                  <a:pt x="75149" y="111621"/>
                  <a:pt x="78135" y="114607"/>
                  <a:pt x="78135" y="118318"/>
                </a:cubicBezTo>
                <a:lnTo>
                  <a:pt x="78135" y="125016"/>
                </a:lnTo>
                <a:lnTo>
                  <a:pt x="102691" y="125016"/>
                </a:lnTo>
                <a:lnTo>
                  <a:pt x="102691" y="118318"/>
                </a:lnTo>
                <a:cubicBezTo>
                  <a:pt x="102691" y="114607"/>
                  <a:pt x="105677" y="111621"/>
                  <a:pt x="109389" y="111621"/>
                </a:cubicBezTo>
                <a:cubicBezTo>
                  <a:pt x="113100" y="111621"/>
                  <a:pt x="116086" y="114607"/>
                  <a:pt x="116086" y="118318"/>
                </a:cubicBezTo>
                <a:lnTo>
                  <a:pt x="116086" y="125016"/>
                </a:lnTo>
                <a:lnTo>
                  <a:pt x="133945" y="125016"/>
                </a:lnTo>
                <a:cubicBezTo>
                  <a:pt x="138885" y="125016"/>
                  <a:pt x="142875" y="121025"/>
                  <a:pt x="142875" y="116086"/>
                </a:cubicBezTo>
                <a:close/>
                <a:moveTo>
                  <a:pt x="44648" y="44648"/>
                </a:moveTo>
                <a:lnTo>
                  <a:pt x="44648" y="62508"/>
                </a:lnTo>
                <a:cubicBezTo>
                  <a:pt x="44648" y="67447"/>
                  <a:pt x="40658" y="71438"/>
                  <a:pt x="35719" y="71438"/>
                </a:cubicBezTo>
                <a:cubicBezTo>
                  <a:pt x="30780" y="71438"/>
                  <a:pt x="26789" y="67447"/>
                  <a:pt x="26789" y="62508"/>
                </a:cubicBezTo>
                <a:lnTo>
                  <a:pt x="26789" y="44648"/>
                </a:lnTo>
                <a:cubicBezTo>
                  <a:pt x="26789" y="39709"/>
                  <a:pt x="30780" y="35719"/>
                  <a:pt x="35719" y="35719"/>
                </a:cubicBezTo>
                <a:cubicBezTo>
                  <a:pt x="40658" y="35719"/>
                  <a:pt x="44648" y="39709"/>
                  <a:pt x="44648" y="44648"/>
                </a:cubicBezTo>
                <a:close/>
                <a:moveTo>
                  <a:pt x="80367" y="44648"/>
                </a:moveTo>
                <a:lnTo>
                  <a:pt x="80367" y="62508"/>
                </a:lnTo>
                <a:cubicBezTo>
                  <a:pt x="80367" y="67447"/>
                  <a:pt x="76377" y="71438"/>
                  <a:pt x="71438" y="71438"/>
                </a:cubicBezTo>
                <a:cubicBezTo>
                  <a:pt x="66498" y="71438"/>
                  <a:pt x="62508" y="67447"/>
                  <a:pt x="62508" y="62508"/>
                </a:cubicBezTo>
                <a:lnTo>
                  <a:pt x="62508" y="44648"/>
                </a:lnTo>
                <a:cubicBezTo>
                  <a:pt x="62508" y="39709"/>
                  <a:pt x="66498" y="35719"/>
                  <a:pt x="71438" y="35719"/>
                </a:cubicBezTo>
                <a:cubicBezTo>
                  <a:pt x="76377" y="35719"/>
                  <a:pt x="80367" y="39709"/>
                  <a:pt x="80367" y="44648"/>
                </a:cubicBezTo>
                <a:close/>
                <a:moveTo>
                  <a:pt x="116086" y="44648"/>
                </a:moveTo>
                <a:lnTo>
                  <a:pt x="116086" y="62508"/>
                </a:lnTo>
                <a:cubicBezTo>
                  <a:pt x="116086" y="67447"/>
                  <a:pt x="112095" y="71438"/>
                  <a:pt x="107156" y="71438"/>
                </a:cubicBezTo>
                <a:cubicBezTo>
                  <a:pt x="102217" y="71438"/>
                  <a:pt x="98227" y="67447"/>
                  <a:pt x="98227" y="62508"/>
                </a:cubicBezTo>
                <a:lnTo>
                  <a:pt x="98227" y="44648"/>
                </a:lnTo>
                <a:cubicBezTo>
                  <a:pt x="98227" y="39709"/>
                  <a:pt x="102217" y="35719"/>
                  <a:pt x="107156" y="35719"/>
                </a:cubicBezTo>
                <a:cubicBezTo>
                  <a:pt x="112095" y="35719"/>
                  <a:pt x="116086" y="39709"/>
                  <a:pt x="116086" y="4464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26661" y="2555875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concurrent.futures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84567" y="2778125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Multiprocessing pour performance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17893" y="3057527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04411" y="31480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26661" y="3124201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Pipeline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84567" y="3346451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AFINN-111 + dictionnaire darija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17893" y="3641724"/>
            <a:ext cx="3546475" cy="292100"/>
          </a:xfrm>
          <a:prstGeom prst="roundRect">
            <a:avLst>
              <a:gd name="adj" fmla="val 21739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56786" y="3708402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/data/processed/*.json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106017" y="51625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185392" y="5384799"/>
            <a:ext cx="31750" cy="25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6AD55"/>
              </a:gs>
              <a:gs pos="0">
                <a:srgbClr val="FFFFFF"/>
              </a:gs>
              <a:gs pos="100000">
                <a:srgbClr val="38B2AC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106017" y="56705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218484" y="3549651"/>
            <a:ext cx="3751263" cy="2663825"/>
          </a:xfrm>
          <a:prstGeom prst="roundRect">
            <a:avLst>
              <a:gd name="adj" fmla="val 4768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54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320084" y="3651252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431209" y="37623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96334" y="3651252"/>
            <a:ext cx="193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PRÉSENTATION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796334" y="3873502"/>
            <a:ext cx="191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&amp; Visualization Layer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23259" y="4098927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418707" y="41894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32027" y="4165600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main.py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389934" y="4387850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endpoints RESTful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23259" y="4667252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409777" y="47577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8390" y="63764"/>
                </a:moveTo>
                <a:cubicBezTo>
                  <a:pt x="22101" y="37812"/>
                  <a:pt x="44453" y="17859"/>
                  <a:pt x="71438" y="17859"/>
                </a:cubicBezTo>
                <a:cubicBezTo>
                  <a:pt x="86227" y="17859"/>
                  <a:pt x="99622" y="23859"/>
                  <a:pt x="109333" y="33542"/>
                </a:cubicBezTo>
                <a:cubicBezTo>
                  <a:pt x="109389" y="33598"/>
                  <a:pt x="109444" y="33654"/>
                  <a:pt x="109500" y="33710"/>
                </a:cubicBezTo>
                <a:lnTo>
                  <a:pt x="111621" y="35719"/>
                </a:lnTo>
                <a:lnTo>
                  <a:pt x="98254" y="35719"/>
                </a:lnTo>
                <a:cubicBezTo>
                  <a:pt x="93315" y="35719"/>
                  <a:pt x="89325" y="39709"/>
                  <a:pt x="89325" y="44648"/>
                </a:cubicBezTo>
                <a:cubicBezTo>
                  <a:pt x="89325" y="49588"/>
                  <a:pt x="93315" y="53578"/>
                  <a:pt x="98254" y="53578"/>
                </a:cubicBezTo>
                <a:lnTo>
                  <a:pt x="133973" y="53578"/>
                </a:lnTo>
                <a:cubicBezTo>
                  <a:pt x="138912" y="53578"/>
                  <a:pt x="142903" y="49588"/>
                  <a:pt x="142903" y="44648"/>
                </a:cubicBezTo>
                <a:lnTo>
                  <a:pt x="142903" y="8930"/>
                </a:lnTo>
                <a:cubicBezTo>
                  <a:pt x="142903" y="3990"/>
                  <a:pt x="138912" y="0"/>
                  <a:pt x="133973" y="0"/>
                </a:cubicBezTo>
                <a:cubicBezTo>
                  <a:pt x="129034" y="0"/>
                  <a:pt x="125044" y="3990"/>
                  <a:pt x="125044" y="8930"/>
                </a:cubicBezTo>
                <a:lnTo>
                  <a:pt x="125044" y="23831"/>
                </a:lnTo>
                <a:lnTo>
                  <a:pt x="121890" y="20845"/>
                </a:lnTo>
                <a:cubicBezTo>
                  <a:pt x="108970" y="7981"/>
                  <a:pt x="91111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lose/>
                <a:moveTo>
                  <a:pt x="142149" y="81623"/>
                </a:moveTo>
                <a:cubicBezTo>
                  <a:pt x="142847" y="76740"/>
                  <a:pt x="139443" y="72219"/>
                  <a:pt x="134587" y="71521"/>
                </a:cubicBezTo>
                <a:cubicBezTo>
                  <a:pt x="129732" y="70824"/>
                  <a:pt x="125183" y="74228"/>
                  <a:pt x="124485" y="79084"/>
                </a:cubicBezTo>
                <a:cubicBezTo>
                  <a:pt x="120774" y="105035"/>
                  <a:pt x="98422" y="124988"/>
                  <a:pt x="71438" y="124988"/>
                </a:cubicBezTo>
                <a:cubicBezTo>
                  <a:pt x="56648" y="124988"/>
                  <a:pt x="43253" y="118988"/>
                  <a:pt x="33542" y="109305"/>
                </a:cubicBezTo>
                <a:cubicBezTo>
                  <a:pt x="33486" y="109249"/>
                  <a:pt x="33431" y="109193"/>
                  <a:pt x="33375" y="109138"/>
                </a:cubicBezTo>
                <a:lnTo>
                  <a:pt x="31254" y="107128"/>
                </a:lnTo>
                <a:lnTo>
                  <a:pt x="44621" y="107128"/>
                </a:lnTo>
                <a:cubicBezTo>
                  <a:pt x="49560" y="107128"/>
                  <a:pt x="53550" y="103138"/>
                  <a:pt x="53550" y="98199"/>
                </a:cubicBezTo>
                <a:cubicBezTo>
                  <a:pt x="53550" y="93259"/>
                  <a:pt x="49560" y="89269"/>
                  <a:pt x="44621" y="89269"/>
                </a:cubicBezTo>
                <a:lnTo>
                  <a:pt x="8930" y="89297"/>
                </a:lnTo>
                <a:cubicBezTo>
                  <a:pt x="6558" y="89297"/>
                  <a:pt x="4270" y="90246"/>
                  <a:pt x="2595" y="91948"/>
                </a:cubicBezTo>
                <a:cubicBezTo>
                  <a:pt x="921" y="93650"/>
                  <a:pt x="-28" y="95910"/>
                  <a:pt x="0" y="98310"/>
                </a:cubicBezTo>
                <a:lnTo>
                  <a:pt x="279" y="133750"/>
                </a:lnTo>
                <a:cubicBezTo>
                  <a:pt x="307" y="138689"/>
                  <a:pt x="4353" y="142652"/>
                  <a:pt x="9292" y="142596"/>
                </a:cubicBezTo>
                <a:cubicBezTo>
                  <a:pt x="14232" y="142540"/>
                  <a:pt x="18194" y="138522"/>
                  <a:pt x="18138" y="133583"/>
                </a:cubicBezTo>
                <a:lnTo>
                  <a:pt x="18027" y="119211"/>
                </a:lnTo>
                <a:lnTo>
                  <a:pt x="21013" y="122030"/>
                </a:lnTo>
                <a:cubicBezTo>
                  <a:pt x="33933" y="134894"/>
                  <a:pt x="51764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32027" y="4733926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DataPoller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89934" y="4956176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toutes les 5 secondes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23259" y="5235574"/>
            <a:ext cx="3546475" cy="514350"/>
          </a:xfrm>
          <a:prstGeom prst="roundRect">
            <a:avLst>
              <a:gd name="adj" fmla="val 1234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409777" y="532606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66973" y="26789"/>
                </a:moveTo>
                <a:cubicBezTo>
                  <a:pt x="68842" y="26789"/>
                  <a:pt x="70628" y="27570"/>
                  <a:pt x="71912" y="28966"/>
                </a:cubicBezTo>
                <a:lnTo>
                  <a:pt x="91753" y="50592"/>
                </a:lnTo>
                <a:lnTo>
                  <a:pt x="104645" y="37672"/>
                </a:lnTo>
                <a:cubicBezTo>
                  <a:pt x="107268" y="35049"/>
                  <a:pt x="111509" y="35049"/>
                  <a:pt x="114105" y="37672"/>
                </a:cubicBezTo>
                <a:lnTo>
                  <a:pt x="131964" y="55531"/>
                </a:lnTo>
                <a:cubicBezTo>
                  <a:pt x="133220" y="56787"/>
                  <a:pt x="133917" y="58489"/>
                  <a:pt x="133917" y="60275"/>
                </a:cubicBezTo>
                <a:lnTo>
                  <a:pt x="133917" y="91529"/>
                </a:lnTo>
                <a:cubicBezTo>
                  <a:pt x="133917" y="95241"/>
                  <a:pt x="130932" y="98227"/>
                  <a:pt x="127220" y="98227"/>
                </a:cubicBezTo>
                <a:lnTo>
                  <a:pt x="42388" y="98227"/>
                </a:lnTo>
                <a:cubicBezTo>
                  <a:pt x="38677" y="98227"/>
                  <a:pt x="35691" y="95241"/>
                  <a:pt x="35691" y="91529"/>
                </a:cubicBezTo>
                <a:lnTo>
                  <a:pt x="35691" y="60275"/>
                </a:lnTo>
                <a:cubicBezTo>
                  <a:pt x="35691" y="58601"/>
                  <a:pt x="36333" y="56983"/>
                  <a:pt x="37449" y="55755"/>
                </a:cubicBezTo>
                <a:lnTo>
                  <a:pt x="62006" y="28966"/>
                </a:lnTo>
                <a:cubicBezTo>
                  <a:pt x="63261" y="27570"/>
                  <a:pt x="65075" y="26789"/>
                  <a:pt x="66945" y="2678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32027" y="5302252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HTML/GSAP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389934" y="5524502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 + Chart.js, 5 panneaux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23259" y="5819775"/>
            <a:ext cx="3546475" cy="292100"/>
          </a:xfrm>
          <a:prstGeom prst="roundRect">
            <a:avLst>
              <a:gd name="adj" fmla="val 2173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362152" y="5886452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Interface temps réel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20675" y="6448427"/>
            <a:ext cx="11547475" cy="292100"/>
          </a:xfrm>
          <a:prstGeom prst="roundRect">
            <a:avLst>
              <a:gd name="adj" fmla="val 32609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50000">
                <a:srgbClr val="F6AD55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0" scaled="1"/>
          </a:gra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897313" y="6546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056063" y="6515100"/>
            <a:ext cx="66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JSON/JSONL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871045" y="65309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204420" y="6546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363170" y="6515100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43427" y="65309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476802" y="6546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635552" y="6515100"/>
            <a:ext cx="4841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274223" y="65309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607598" y="6546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766348" y="6515100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— ARCHITECTURE &amp; CONCEPTION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Technologique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technologies clés pour un pipeline complet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810" y="1718310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7800" y="1874523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29966" y="20364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8248" y="2598423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941323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principal avec typage moderne et performance optimisée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05984" y="3554733"/>
            <a:ext cx="1093470" cy="312420"/>
          </a:xfrm>
          <a:prstGeom prst="roundRect">
            <a:avLst>
              <a:gd name="adj" fmla="val 2439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0757" y="3615691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0410" y="1718310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1874523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5566" y="20364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4197" y="2598423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+ APIs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98520" y="2941323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RESTful avec Tweepy et PRAW pour l'accès aux données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96358" y="3554733"/>
            <a:ext cx="902970" cy="312420"/>
          </a:xfrm>
          <a:prstGeom prst="roundRect">
            <a:avLst>
              <a:gd name="adj" fmla="val 24390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81130" y="3615691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Endpoints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010" y="1718310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39000" y="1874523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1166" y="20364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4792" y="2598423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Lake Local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4120" y="2941323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JSON/JSONL local sans infrastructure cloud complexe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91363" y="3554733"/>
            <a:ext cx="902970" cy="312420"/>
          </a:xfrm>
          <a:prstGeom prst="roundRect">
            <a:avLst>
              <a:gd name="adj" fmla="val 2439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6135" y="3615691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Config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71610" y="1718310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34600" y="1874523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34625" y="203644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6877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2008" y="89241"/>
                </a:moveTo>
                <a:lnTo>
                  <a:pt x="69428" y="89241"/>
                </a:lnTo>
                <a:lnTo>
                  <a:pt x="71717" y="116811"/>
                </a:lnTo>
                <a:lnTo>
                  <a:pt x="169720" y="116811"/>
                </a:lnTo>
                <a:lnTo>
                  <a:pt x="162130" y="199634"/>
                </a:lnTo>
                <a:lnTo>
                  <a:pt x="107491" y="214703"/>
                </a:lnTo>
                <a:lnTo>
                  <a:pt x="107491" y="214871"/>
                </a:lnTo>
                <a:lnTo>
                  <a:pt x="106877" y="214871"/>
                </a:lnTo>
                <a:lnTo>
                  <a:pt x="51792" y="199634"/>
                </a:lnTo>
                <a:lnTo>
                  <a:pt x="48444" y="157330"/>
                </a:lnTo>
                <a:lnTo>
                  <a:pt x="75065" y="157330"/>
                </a:lnTo>
                <a:lnTo>
                  <a:pt x="77019" y="178594"/>
                </a:lnTo>
                <a:lnTo>
                  <a:pt x="106877" y="186686"/>
                </a:lnTo>
                <a:lnTo>
                  <a:pt x="136847" y="178594"/>
                </a:lnTo>
                <a:lnTo>
                  <a:pt x="140196" y="143880"/>
                </a:lnTo>
                <a:lnTo>
                  <a:pt x="47048" y="143880"/>
                </a:lnTo>
                <a:lnTo>
                  <a:pt x="39905" y="62619"/>
                </a:lnTo>
                <a:lnTo>
                  <a:pt x="174464" y="62619"/>
                </a:lnTo>
                <a:lnTo>
                  <a:pt x="172008" y="8924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34324" y="2598423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89720" y="2941323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vanilla sans framework pour légèreté et contrôle total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28766" y="3554733"/>
            <a:ext cx="617220" cy="312420"/>
          </a:xfrm>
          <a:prstGeom prst="roundRect">
            <a:avLst>
              <a:gd name="adj" fmla="val 24390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213538" y="3615691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Vanilla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4187192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47800" y="434340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29966" y="4505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14313" y="17859"/>
                </a:lnTo>
                <a:cubicBezTo>
                  <a:pt x="234014" y="17859"/>
                  <a:pt x="250031" y="33877"/>
                  <a:pt x="250031" y="5357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53578"/>
                </a:lnTo>
                <a:close/>
                <a:moveTo>
                  <a:pt x="26789" y="205383"/>
                </a:moveTo>
                <a:lnTo>
                  <a:pt x="26789" y="223242"/>
                </a:lnTo>
                <a:cubicBezTo>
                  <a:pt x="26789" y="228154"/>
                  <a:pt x="30807" y="232172"/>
                  <a:pt x="35719" y="232172"/>
                </a:cubicBezTo>
                <a:lnTo>
                  <a:pt x="53578" y="232172"/>
                </a:lnTo>
                <a:cubicBezTo>
                  <a:pt x="58489" y="232172"/>
                  <a:pt x="62508" y="228154"/>
                  <a:pt x="62508" y="223242"/>
                </a:cubicBezTo>
                <a:lnTo>
                  <a:pt x="62508" y="205383"/>
                </a:lnTo>
                <a:cubicBezTo>
                  <a:pt x="62508" y="200471"/>
                  <a:pt x="58489" y="196453"/>
                  <a:pt x="53578" y="196453"/>
                </a:cubicBezTo>
                <a:lnTo>
                  <a:pt x="35719" y="196453"/>
                </a:lnTo>
                <a:cubicBezTo>
                  <a:pt x="30807" y="196453"/>
                  <a:pt x="26789" y="200471"/>
                  <a:pt x="26789" y="205383"/>
                </a:cubicBezTo>
                <a:close/>
                <a:moveTo>
                  <a:pt x="196453" y="196453"/>
                </a:moveTo>
                <a:cubicBezTo>
                  <a:pt x="191542" y="196453"/>
                  <a:pt x="187523" y="200471"/>
                  <a:pt x="187523" y="205383"/>
                </a:cubicBezTo>
                <a:lnTo>
                  <a:pt x="187523" y="223242"/>
                </a:lnTo>
                <a:cubicBezTo>
                  <a:pt x="187523" y="228154"/>
                  <a:pt x="191542" y="232172"/>
                  <a:pt x="196453" y="232172"/>
                </a:cubicBezTo>
                <a:lnTo>
                  <a:pt x="214313" y="232172"/>
                </a:lnTo>
                <a:cubicBezTo>
                  <a:pt x="219224" y="232172"/>
                  <a:pt x="223242" y="228154"/>
                  <a:pt x="223242" y="223242"/>
                </a:cubicBezTo>
                <a:lnTo>
                  <a:pt x="223242" y="205383"/>
                </a:lnTo>
                <a:cubicBezTo>
                  <a:pt x="223242" y="200471"/>
                  <a:pt x="219224" y="196453"/>
                  <a:pt x="214313" y="196453"/>
                </a:cubicBezTo>
                <a:lnTo>
                  <a:pt x="196453" y="196453"/>
                </a:lnTo>
                <a:close/>
                <a:moveTo>
                  <a:pt x="26789" y="133945"/>
                </a:moveTo>
                <a:lnTo>
                  <a:pt x="26789" y="151805"/>
                </a:lnTo>
                <a:cubicBezTo>
                  <a:pt x="26789" y="156716"/>
                  <a:pt x="30807" y="160734"/>
                  <a:pt x="35719" y="160734"/>
                </a:cubicBezTo>
                <a:lnTo>
                  <a:pt x="53578" y="160734"/>
                </a:lnTo>
                <a:cubicBezTo>
                  <a:pt x="58489" y="160734"/>
                  <a:pt x="62508" y="156716"/>
                  <a:pt x="62508" y="151805"/>
                </a:cubicBezTo>
                <a:lnTo>
                  <a:pt x="62508" y="133945"/>
                </a:lnTo>
                <a:cubicBezTo>
                  <a:pt x="62508" y="129034"/>
                  <a:pt x="58489" y="125016"/>
                  <a:pt x="53578" y="125016"/>
                </a:cubicBezTo>
                <a:lnTo>
                  <a:pt x="35719" y="125016"/>
                </a:lnTo>
                <a:cubicBezTo>
                  <a:pt x="30807" y="125016"/>
                  <a:pt x="26789" y="129034"/>
                  <a:pt x="26789" y="133945"/>
                </a:cubicBezTo>
                <a:close/>
                <a:moveTo>
                  <a:pt x="196453" y="125016"/>
                </a:moveTo>
                <a:cubicBezTo>
                  <a:pt x="191542" y="125016"/>
                  <a:pt x="187523" y="129034"/>
                  <a:pt x="187523" y="133945"/>
                </a:cubicBezTo>
                <a:lnTo>
                  <a:pt x="187523" y="151805"/>
                </a:lnTo>
                <a:cubicBezTo>
                  <a:pt x="187523" y="156716"/>
                  <a:pt x="191542" y="160734"/>
                  <a:pt x="196453" y="160734"/>
                </a:cubicBezTo>
                <a:lnTo>
                  <a:pt x="214313" y="160734"/>
                </a:lnTo>
                <a:cubicBezTo>
                  <a:pt x="219224" y="160734"/>
                  <a:pt x="223242" y="156716"/>
                  <a:pt x="223242" y="151805"/>
                </a:cubicBezTo>
                <a:lnTo>
                  <a:pt x="223242" y="133945"/>
                </a:lnTo>
                <a:cubicBezTo>
                  <a:pt x="223242" y="129034"/>
                  <a:pt x="219224" y="125016"/>
                  <a:pt x="214313" y="125016"/>
                </a:cubicBezTo>
                <a:lnTo>
                  <a:pt x="196453" y="125016"/>
                </a:lnTo>
                <a:close/>
                <a:moveTo>
                  <a:pt x="26789" y="62508"/>
                </a:moveTo>
                <a:lnTo>
                  <a:pt x="26789" y="80367"/>
                </a:lnTo>
                <a:cubicBezTo>
                  <a:pt x="26789" y="85279"/>
                  <a:pt x="30807" y="89297"/>
                  <a:pt x="35719" y="89297"/>
                </a:cubicBezTo>
                <a:lnTo>
                  <a:pt x="53578" y="89297"/>
                </a:lnTo>
                <a:cubicBezTo>
                  <a:pt x="58489" y="89297"/>
                  <a:pt x="62508" y="85279"/>
                  <a:pt x="62508" y="80367"/>
                </a:cubicBezTo>
                <a:lnTo>
                  <a:pt x="62508" y="62508"/>
                </a:lnTo>
                <a:cubicBezTo>
                  <a:pt x="62508" y="57596"/>
                  <a:pt x="58489" y="53578"/>
                  <a:pt x="53578" y="53578"/>
                </a:cubicBezTo>
                <a:lnTo>
                  <a:pt x="35719" y="53578"/>
                </a:lnTo>
                <a:cubicBezTo>
                  <a:pt x="30807" y="53578"/>
                  <a:pt x="26789" y="57596"/>
                  <a:pt x="26789" y="62508"/>
                </a:cubicBezTo>
                <a:close/>
                <a:moveTo>
                  <a:pt x="196453" y="53578"/>
                </a:moveTo>
                <a:cubicBezTo>
                  <a:pt x="191542" y="53578"/>
                  <a:pt x="187523" y="57596"/>
                  <a:pt x="187523" y="62508"/>
                </a:cubicBezTo>
                <a:lnTo>
                  <a:pt x="187523" y="80367"/>
                </a:lnTo>
                <a:cubicBezTo>
                  <a:pt x="187523" y="85279"/>
                  <a:pt x="191542" y="89297"/>
                  <a:pt x="196453" y="89297"/>
                </a:cubicBezTo>
                <a:lnTo>
                  <a:pt x="214313" y="89297"/>
                </a:lnTo>
                <a:cubicBezTo>
                  <a:pt x="219224" y="89297"/>
                  <a:pt x="223242" y="85279"/>
                  <a:pt x="223242" y="80367"/>
                </a:cubicBezTo>
                <a:lnTo>
                  <a:pt x="223242" y="62508"/>
                </a:lnTo>
                <a:cubicBezTo>
                  <a:pt x="223242" y="57596"/>
                  <a:pt x="219224" y="53578"/>
                  <a:pt x="214313" y="53578"/>
                </a:cubicBezTo>
                <a:lnTo>
                  <a:pt x="196453" y="5357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19939" y="50673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GSAP 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2920" y="541020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Animations 60fps fluides pour une expérience utilisateur premium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466850" y="6023610"/>
            <a:ext cx="569595" cy="312420"/>
          </a:xfrm>
          <a:prstGeom prst="roundRect">
            <a:avLst>
              <a:gd name="adj" fmla="val 2439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551623" y="6084573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60fps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80410" y="4187192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43400" y="434340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07706" y="4505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9808" y="97668"/>
                </a:moveTo>
                <a:cubicBezTo>
                  <a:pt x="232172" y="56034"/>
                  <a:pt x="190928" y="26789"/>
                  <a:pt x="142875" y="26789"/>
                </a:cubicBezTo>
                <a:cubicBezTo>
                  <a:pt x="130541" y="26789"/>
                  <a:pt x="118653" y="28742"/>
                  <a:pt x="107491" y="32258"/>
                </a:cubicBezTo>
                <a:cubicBezTo>
                  <a:pt x="107268" y="33375"/>
                  <a:pt x="107156" y="34547"/>
                  <a:pt x="107156" y="35719"/>
                </a:cubicBezTo>
                <a:lnTo>
                  <a:pt x="107156" y="76684"/>
                </a:lnTo>
                <a:cubicBezTo>
                  <a:pt x="107156" y="83660"/>
                  <a:pt x="112793" y="89297"/>
                  <a:pt x="119769" y="89297"/>
                </a:cubicBezTo>
                <a:cubicBezTo>
                  <a:pt x="123118" y="89297"/>
                  <a:pt x="126355" y="87957"/>
                  <a:pt x="128699" y="85613"/>
                </a:cubicBezTo>
                <a:lnTo>
                  <a:pt x="137629" y="76684"/>
                </a:lnTo>
                <a:cubicBezTo>
                  <a:pt x="140977" y="73335"/>
                  <a:pt x="145498" y="71438"/>
                  <a:pt x="150242" y="71438"/>
                </a:cubicBezTo>
                <a:lnTo>
                  <a:pt x="153312" y="71438"/>
                </a:lnTo>
                <a:cubicBezTo>
                  <a:pt x="169218" y="71438"/>
                  <a:pt x="177198" y="90692"/>
                  <a:pt x="165925" y="101910"/>
                </a:cubicBezTo>
                <a:cubicBezTo>
                  <a:pt x="162576" y="105259"/>
                  <a:pt x="158055" y="107156"/>
                  <a:pt x="153312" y="107156"/>
                </a:cubicBezTo>
                <a:lnTo>
                  <a:pt x="118988" y="107156"/>
                </a:lnTo>
                <a:cubicBezTo>
                  <a:pt x="114244" y="107156"/>
                  <a:pt x="109724" y="109054"/>
                  <a:pt x="106375" y="112402"/>
                </a:cubicBezTo>
                <a:lnTo>
                  <a:pt x="94487" y="124290"/>
                </a:lnTo>
                <a:cubicBezTo>
                  <a:pt x="91139" y="127639"/>
                  <a:pt x="89241" y="132159"/>
                  <a:pt x="89241" y="136903"/>
                </a:cubicBezTo>
                <a:lnTo>
                  <a:pt x="89241" y="160734"/>
                </a:lnTo>
                <a:cubicBezTo>
                  <a:pt x="89241" y="170613"/>
                  <a:pt x="97222" y="178594"/>
                  <a:pt x="107100" y="178594"/>
                </a:cubicBezTo>
                <a:lnTo>
                  <a:pt x="124960" y="178594"/>
                </a:lnTo>
                <a:cubicBezTo>
                  <a:pt x="134838" y="178594"/>
                  <a:pt x="142819" y="186575"/>
                  <a:pt x="142819" y="196453"/>
                </a:cubicBezTo>
                <a:lnTo>
                  <a:pt x="142819" y="214313"/>
                </a:lnTo>
                <a:cubicBezTo>
                  <a:pt x="142819" y="224191"/>
                  <a:pt x="150800" y="232172"/>
                  <a:pt x="160679" y="232172"/>
                </a:cubicBezTo>
                <a:lnTo>
                  <a:pt x="162185" y="232172"/>
                </a:lnTo>
                <a:cubicBezTo>
                  <a:pt x="166929" y="232172"/>
                  <a:pt x="171450" y="230274"/>
                  <a:pt x="174799" y="226926"/>
                </a:cubicBezTo>
                <a:lnTo>
                  <a:pt x="191151" y="210573"/>
                </a:lnTo>
                <a:cubicBezTo>
                  <a:pt x="194500" y="207225"/>
                  <a:pt x="196397" y="202704"/>
                  <a:pt x="196397" y="197960"/>
                </a:cubicBezTo>
                <a:lnTo>
                  <a:pt x="196397" y="187523"/>
                </a:lnTo>
                <a:cubicBezTo>
                  <a:pt x="196397" y="182612"/>
                  <a:pt x="200416" y="178594"/>
                  <a:pt x="205327" y="178594"/>
                </a:cubicBezTo>
                <a:cubicBezTo>
                  <a:pt x="210238" y="178594"/>
                  <a:pt x="214257" y="174575"/>
                  <a:pt x="214257" y="169664"/>
                </a:cubicBezTo>
                <a:lnTo>
                  <a:pt x="214257" y="150298"/>
                </a:lnTo>
                <a:cubicBezTo>
                  <a:pt x="214257" y="145554"/>
                  <a:pt x="212359" y="141033"/>
                  <a:pt x="209010" y="137685"/>
                </a:cubicBezTo>
                <a:lnTo>
                  <a:pt x="200081" y="128755"/>
                </a:lnTo>
                <a:cubicBezTo>
                  <a:pt x="197737" y="126411"/>
                  <a:pt x="196397" y="123174"/>
                  <a:pt x="196397" y="119825"/>
                </a:cubicBezTo>
                <a:cubicBezTo>
                  <a:pt x="196397" y="112849"/>
                  <a:pt x="202034" y="107212"/>
                  <a:pt x="209010" y="107212"/>
                </a:cubicBezTo>
                <a:lnTo>
                  <a:pt x="234125" y="107212"/>
                </a:lnTo>
                <a:cubicBezTo>
                  <a:pt x="241046" y="107212"/>
                  <a:pt x="246794" y="103250"/>
                  <a:pt x="249752" y="97724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63390" y="506730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Leaflet.js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98520" y="541020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choroplèthe interactive avec GeoJSON pour les 8 régions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174569" y="6023610"/>
            <a:ext cx="950595" cy="312420"/>
          </a:xfrm>
          <a:prstGeom prst="roundRect">
            <a:avLst>
              <a:gd name="adj" fmla="val 24390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59342" y="6084573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Maroc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6010" y="4187192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39000" y="434340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03306" y="4505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45179" y="50673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 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94120" y="541020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Graphiques de vélocité animés avec fenêtre glissante 8 semaines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02435" y="6023610"/>
            <a:ext cx="883920" cy="312420"/>
          </a:xfrm>
          <a:prstGeom prst="roundRect">
            <a:avLst>
              <a:gd name="adj" fmla="val 2439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87208" y="6084573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semaines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71610" y="4187192"/>
            <a:ext cx="2731770" cy="2312670"/>
          </a:xfrm>
          <a:prstGeom prst="roundRect">
            <a:avLst>
              <a:gd name="adj" fmla="val 6590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134600" y="4343400"/>
            <a:ext cx="609600" cy="6096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298906" y="4505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904334" y="5067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APScheduler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89720" y="541020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 du scraping toutes les 60 secondes de manière fiable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211872" y="6023610"/>
            <a:ext cx="455295" cy="312420"/>
          </a:xfrm>
          <a:prstGeom prst="roundRect">
            <a:avLst>
              <a:gd name="adj" fmla="val 24390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296645" y="6084573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d413edd8b4adb13374a48cc0afd8deb7ee4ed06.jp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1520192"/>
            <a:ext cx="1617345" cy="541020"/>
          </a:xfrm>
          <a:prstGeom prst="roundRect">
            <a:avLst>
              <a:gd name="adj" fmla="val 5000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16383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74169" y="1657234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CHAPITRE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93502"/>
            <a:ext cx="58007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Implémentation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Développement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36602"/>
            <a:ext cx="1219200" cy="5715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F6AD55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1000" y="4598552"/>
            <a:ext cx="5572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jobs Python Multiprocessing, FastAPI backend,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GSAP interactif.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— IMPLÉMENTATION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MapReduce : 5 Jobs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Zone → Clean Zone → Scored Zone → Alert Zone → Velocity Zone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810" y="1642110"/>
            <a:ext cx="2188845" cy="4074795"/>
          </a:xfrm>
          <a:prstGeom prst="roundRect">
            <a:avLst>
              <a:gd name="adj" fmla="val 6963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79152"/>
            <a:ext cx="381000" cy="381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4124" y="1836302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60223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Nettoyage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026923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Zone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255402"/>
            <a:ext cx="1952625" cy="685800"/>
          </a:xfrm>
          <a:prstGeom prst="roundRect">
            <a:avLst>
              <a:gd name="adj" fmla="val 11111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8170" y="23544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9145" y="2331602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2560202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Lignes invalides, données corrompues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998115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9836" y="309717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1672" y="0"/>
                </a:moveTo>
                <a:cubicBezTo>
                  <a:pt x="46282" y="0"/>
                  <a:pt x="50006" y="3724"/>
                  <a:pt x="50006" y="8334"/>
                </a:cubicBezTo>
                <a:lnTo>
                  <a:pt x="50006" y="16669"/>
                </a:lnTo>
                <a:lnTo>
                  <a:pt x="83344" y="16669"/>
                </a:lnTo>
                <a:cubicBezTo>
                  <a:pt x="87954" y="16669"/>
                  <a:pt x="91678" y="20393"/>
                  <a:pt x="91678" y="25003"/>
                </a:cubicBezTo>
                <a:cubicBezTo>
                  <a:pt x="91678" y="29613"/>
                  <a:pt x="87954" y="33337"/>
                  <a:pt x="83344" y="33337"/>
                </a:cubicBezTo>
                <a:lnTo>
                  <a:pt x="80843" y="33337"/>
                </a:lnTo>
                <a:lnTo>
                  <a:pt x="78656" y="39354"/>
                </a:lnTo>
                <a:cubicBezTo>
                  <a:pt x="74384" y="51126"/>
                  <a:pt x="67951" y="61883"/>
                  <a:pt x="59851" y="71129"/>
                </a:cubicBezTo>
                <a:cubicBezTo>
                  <a:pt x="63550" y="73421"/>
                  <a:pt x="67404" y="75452"/>
                  <a:pt x="71415" y="77249"/>
                </a:cubicBezTo>
                <a:lnTo>
                  <a:pt x="84542" y="83083"/>
                </a:lnTo>
                <a:lnTo>
                  <a:pt x="100742" y="46620"/>
                </a:lnTo>
                <a:cubicBezTo>
                  <a:pt x="102070" y="43599"/>
                  <a:pt x="105065" y="41672"/>
                  <a:pt x="108347" y="41672"/>
                </a:cubicBezTo>
                <a:cubicBezTo>
                  <a:pt x="111629" y="41672"/>
                  <a:pt x="114624" y="43599"/>
                  <a:pt x="115952" y="46620"/>
                </a:cubicBezTo>
                <a:lnTo>
                  <a:pt x="149289" y="121630"/>
                </a:lnTo>
                <a:cubicBezTo>
                  <a:pt x="151165" y="125849"/>
                  <a:pt x="149263" y="130772"/>
                  <a:pt x="145070" y="132621"/>
                </a:cubicBezTo>
                <a:cubicBezTo>
                  <a:pt x="140877" y="134470"/>
                  <a:pt x="135928" y="132595"/>
                  <a:pt x="134079" y="128401"/>
                </a:cubicBezTo>
                <a:lnTo>
                  <a:pt x="128870" y="116681"/>
                </a:lnTo>
                <a:lnTo>
                  <a:pt x="87850" y="116681"/>
                </a:lnTo>
                <a:lnTo>
                  <a:pt x="82641" y="128401"/>
                </a:lnTo>
                <a:cubicBezTo>
                  <a:pt x="80765" y="132621"/>
                  <a:pt x="75843" y="134496"/>
                  <a:pt x="71650" y="132621"/>
                </a:cubicBezTo>
                <a:cubicBezTo>
                  <a:pt x="67456" y="130746"/>
                  <a:pt x="65555" y="125823"/>
                  <a:pt x="67430" y="121630"/>
                </a:cubicBezTo>
                <a:lnTo>
                  <a:pt x="77796" y="98320"/>
                </a:lnTo>
                <a:lnTo>
                  <a:pt x="64670" y="92486"/>
                </a:lnTo>
                <a:cubicBezTo>
                  <a:pt x="58679" y="89829"/>
                  <a:pt x="52949" y="86651"/>
                  <a:pt x="47532" y="83005"/>
                </a:cubicBezTo>
                <a:cubicBezTo>
                  <a:pt x="41984" y="87485"/>
                  <a:pt x="35916" y="91392"/>
                  <a:pt x="29431" y="94647"/>
                </a:cubicBezTo>
                <a:lnTo>
                  <a:pt x="20393" y="99127"/>
                </a:lnTo>
                <a:cubicBezTo>
                  <a:pt x="16278" y="101185"/>
                  <a:pt x="11277" y="99518"/>
                  <a:pt x="9220" y="95403"/>
                </a:cubicBezTo>
                <a:cubicBezTo>
                  <a:pt x="7162" y="91287"/>
                  <a:pt x="8829" y="86287"/>
                  <a:pt x="12944" y="84229"/>
                </a:cubicBezTo>
                <a:lnTo>
                  <a:pt x="21930" y="79724"/>
                </a:lnTo>
                <a:cubicBezTo>
                  <a:pt x="26175" y="77588"/>
                  <a:pt x="30212" y="75114"/>
                  <a:pt x="34015" y="72353"/>
                </a:cubicBezTo>
                <a:cubicBezTo>
                  <a:pt x="30420" y="69045"/>
                  <a:pt x="27035" y="65477"/>
                  <a:pt x="23883" y="61700"/>
                </a:cubicBezTo>
                <a:lnTo>
                  <a:pt x="21253" y="58523"/>
                </a:lnTo>
                <a:cubicBezTo>
                  <a:pt x="18310" y="54981"/>
                  <a:pt x="18778" y="49720"/>
                  <a:pt x="22320" y="46777"/>
                </a:cubicBezTo>
                <a:cubicBezTo>
                  <a:pt x="25863" y="43834"/>
                  <a:pt x="31124" y="44302"/>
                  <a:pt x="34067" y="47845"/>
                </a:cubicBezTo>
                <a:lnTo>
                  <a:pt x="36723" y="51022"/>
                </a:lnTo>
                <a:cubicBezTo>
                  <a:pt x="39719" y="54642"/>
                  <a:pt x="43000" y="58002"/>
                  <a:pt x="46464" y="61101"/>
                </a:cubicBezTo>
                <a:cubicBezTo>
                  <a:pt x="53626" y="53184"/>
                  <a:pt x="59278" y="43886"/>
                  <a:pt x="63003" y="33650"/>
                </a:cubicBezTo>
                <a:lnTo>
                  <a:pt x="63133" y="33337"/>
                </a:lnTo>
                <a:lnTo>
                  <a:pt x="8360" y="33337"/>
                </a:lnTo>
                <a:cubicBezTo>
                  <a:pt x="3724" y="33337"/>
                  <a:pt x="0" y="29613"/>
                  <a:pt x="0" y="25003"/>
                </a:cubicBezTo>
                <a:cubicBezTo>
                  <a:pt x="0" y="20393"/>
                  <a:pt x="3724" y="16669"/>
                  <a:pt x="8334" y="16669"/>
                </a:cubicBezTo>
                <a:lnTo>
                  <a:pt x="33337" y="16669"/>
                </a:lnTo>
                <a:lnTo>
                  <a:pt x="33337" y="8334"/>
                </a:lnTo>
                <a:cubicBezTo>
                  <a:pt x="33337" y="3724"/>
                  <a:pt x="37062" y="0"/>
                  <a:pt x="41672" y="0"/>
                </a:cubicBezTo>
                <a:close/>
                <a:moveTo>
                  <a:pt x="108347" y="70530"/>
                </a:moveTo>
                <a:lnTo>
                  <a:pt x="95246" y="100013"/>
                </a:lnTo>
                <a:lnTo>
                  <a:pt x="121447" y="100013"/>
                </a:lnTo>
                <a:lnTo>
                  <a:pt x="108347" y="7053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9145" y="307431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120" y="3302915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Langue &amp; dates standardisées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91935" y="5360790"/>
            <a:ext cx="569595" cy="236220"/>
          </a:xfrm>
          <a:prstGeom prst="roundRect">
            <a:avLst>
              <a:gd name="adj" fmla="val 1612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00520" y="5421632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24345" y="5402698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J2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93670" y="1642110"/>
            <a:ext cx="2188845" cy="4074795"/>
          </a:xfrm>
          <a:prstGeom prst="roundRect">
            <a:avLst>
              <a:gd name="adj" fmla="val 6963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11780" y="1779152"/>
            <a:ext cx="381000" cy="381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07506" y="1836302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8980" y="1760223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Sentiment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68980" y="2026923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Scored Zone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11780" y="2255402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15364" y="235446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88005" y="2331602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AFINN-111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87980" y="2560202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2400 mots + 50 termes darija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811780" y="2845831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23699" y="294489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25003" y="16669"/>
                </a:moveTo>
                <a:lnTo>
                  <a:pt x="75009" y="16669"/>
                </a:lnTo>
                <a:cubicBezTo>
                  <a:pt x="79619" y="16669"/>
                  <a:pt x="83344" y="20393"/>
                  <a:pt x="83344" y="25003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25003" y="41672"/>
                </a:lnTo>
                <a:cubicBezTo>
                  <a:pt x="20393" y="41672"/>
                  <a:pt x="16669" y="37947"/>
                  <a:pt x="16669" y="33337"/>
                </a:cubicBezTo>
                <a:lnTo>
                  <a:pt x="16669" y="25003"/>
                </a:lnTo>
                <a:cubicBezTo>
                  <a:pt x="16669" y="20393"/>
                  <a:pt x="20393" y="16669"/>
                  <a:pt x="25003" y="16669"/>
                </a:cubicBezTo>
                <a:close/>
                <a:moveTo>
                  <a:pt x="29170" y="60424"/>
                </a:moveTo>
                <a:cubicBezTo>
                  <a:pt x="29170" y="63874"/>
                  <a:pt x="26369" y="66675"/>
                  <a:pt x="22920" y="66675"/>
                </a:cubicBezTo>
                <a:cubicBezTo>
                  <a:pt x="19470" y="66675"/>
                  <a:pt x="16669" y="63874"/>
                  <a:pt x="16669" y="60424"/>
                </a:cubicBezTo>
                <a:cubicBezTo>
                  <a:pt x="16669" y="56974"/>
                  <a:pt x="19470" y="54173"/>
                  <a:pt x="22920" y="54173"/>
                </a:cubicBezTo>
                <a:cubicBezTo>
                  <a:pt x="26369" y="54173"/>
                  <a:pt x="29170" y="56974"/>
                  <a:pt x="29170" y="60424"/>
                </a:cubicBezTo>
                <a:close/>
                <a:moveTo>
                  <a:pt x="50006" y="66675"/>
                </a:moveTo>
                <a:cubicBezTo>
                  <a:pt x="46556" y="66675"/>
                  <a:pt x="43755" y="63874"/>
                  <a:pt x="43755" y="60424"/>
                </a:cubicBezTo>
                <a:cubicBezTo>
                  <a:pt x="43755" y="56974"/>
                  <a:pt x="46556" y="54173"/>
                  <a:pt x="50006" y="54173"/>
                </a:cubicBezTo>
                <a:cubicBezTo>
                  <a:pt x="53456" y="54173"/>
                  <a:pt x="56257" y="56974"/>
                  <a:pt x="56257" y="60424"/>
                </a:cubicBezTo>
                <a:cubicBezTo>
                  <a:pt x="56257" y="63874"/>
                  <a:pt x="53456" y="66675"/>
                  <a:pt x="50006" y="66675"/>
                </a:cubicBezTo>
                <a:close/>
                <a:moveTo>
                  <a:pt x="83344" y="60424"/>
                </a:moveTo>
                <a:cubicBezTo>
                  <a:pt x="83344" y="63874"/>
                  <a:pt x="80543" y="66675"/>
                  <a:pt x="77093" y="66675"/>
                </a:cubicBezTo>
                <a:cubicBezTo>
                  <a:pt x="73643" y="66675"/>
                  <a:pt x="70842" y="63874"/>
                  <a:pt x="70842" y="60424"/>
                </a:cubicBezTo>
                <a:cubicBezTo>
                  <a:pt x="70842" y="56974"/>
                  <a:pt x="73643" y="54173"/>
                  <a:pt x="77093" y="54173"/>
                </a:cubicBezTo>
                <a:cubicBezTo>
                  <a:pt x="80543" y="54173"/>
                  <a:pt x="83344" y="56974"/>
                  <a:pt x="83344" y="60424"/>
                </a:cubicBezTo>
                <a:close/>
                <a:moveTo>
                  <a:pt x="22920" y="91678"/>
                </a:moveTo>
                <a:cubicBezTo>
                  <a:pt x="19470" y="91678"/>
                  <a:pt x="16669" y="88877"/>
                  <a:pt x="16669" y="85427"/>
                </a:cubicBezTo>
                <a:cubicBezTo>
                  <a:pt x="16669" y="81977"/>
                  <a:pt x="19470" y="79177"/>
                  <a:pt x="22920" y="79177"/>
                </a:cubicBezTo>
                <a:cubicBezTo>
                  <a:pt x="26369" y="79177"/>
                  <a:pt x="29170" y="81977"/>
                  <a:pt x="29170" y="85427"/>
                </a:cubicBezTo>
                <a:cubicBezTo>
                  <a:pt x="29170" y="88877"/>
                  <a:pt x="26369" y="91678"/>
                  <a:pt x="22920" y="91678"/>
                </a:cubicBezTo>
                <a:close/>
                <a:moveTo>
                  <a:pt x="56257" y="85427"/>
                </a:moveTo>
                <a:cubicBezTo>
                  <a:pt x="56257" y="88877"/>
                  <a:pt x="53456" y="91678"/>
                  <a:pt x="50006" y="91678"/>
                </a:cubicBezTo>
                <a:cubicBezTo>
                  <a:pt x="46556" y="91678"/>
                  <a:pt x="43755" y="88877"/>
                  <a:pt x="43755" y="85427"/>
                </a:cubicBezTo>
                <a:cubicBezTo>
                  <a:pt x="43755" y="81977"/>
                  <a:pt x="46556" y="79177"/>
                  <a:pt x="50006" y="79177"/>
                </a:cubicBezTo>
                <a:cubicBezTo>
                  <a:pt x="53456" y="79177"/>
                  <a:pt x="56257" y="81977"/>
                  <a:pt x="56257" y="85427"/>
                </a:cubicBezTo>
                <a:close/>
                <a:moveTo>
                  <a:pt x="77093" y="91678"/>
                </a:moveTo>
                <a:cubicBezTo>
                  <a:pt x="73643" y="91678"/>
                  <a:pt x="70842" y="88877"/>
                  <a:pt x="70842" y="85427"/>
                </a:cubicBezTo>
                <a:cubicBezTo>
                  <a:pt x="70842" y="81977"/>
                  <a:pt x="73643" y="79177"/>
                  <a:pt x="77093" y="79177"/>
                </a:cubicBezTo>
                <a:cubicBezTo>
                  <a:pt x="80543" y="79177"/>
                  <a:pt x="83344" y="81977"/>
                  <a:pt x="83344" y="85427"/>
                </a:cubicBezTo>
                <a:cubicBezTo>
                  <a:pt x="83344" y="88877"/>
                  <a:pt x="80543" y="91678"/>
                  <a:pt x="77093" y="91678"/>
                </a:cubicBezTo>
                <a:close/>
                <a:moveTo>
                  <a:pt x="16669" y="110430"/>
                </a:moveTo>
                <a:cubicBezTo>
                  <a:pt x="16669" y="106966"/>
                  <a:pt x="19456" y="104180"/>
                  <a:pt x="22920" y="104180"/>
                </a:cubicBezTo>
                <a:lnTo>
                  <a:pt x="52090" y="104180"/>
                </a:lnTo>
                <a:cubicBezTo>
                  <a:pt x="55554" y="104180"/>
                  <a:pt x="58341" y="106966"/>
                  <a:pt x="58341" y="110430"/>
                </a:cubicBezTo>
                <a:cubicBezTo>
                  <a:pt x="58341" y="113894"/>
                  <a:pt x="55554" y="116681"/>
                  <a:pt x="52090" y="116681"/>
                </a:cubicBezTo>
                <a:lnTo>
                  <a:pt x="22920" y="116681"/>
                </a:lnTo>
                <a:cubicBezTo>
                  <a:pt x="19456" y="116681"/>
                  <a:pt x="16669" y="113894"/>
                  <a:pt x="16669" y="110430"/>
                </a:cubicBezTo>
                <a:close/>
                <a:moveTo>
                  <a:pt x="77093" y="104180"/>
                </a:moveTo>
                <a:cubicBezTo>
                  <a:pt x="80557" y="104180"/>
                  <a:pt x="83344" y="106966"/>
                  <a:pt x="83344" y="110430"/>
                </a:cubicBezTo>
                <a:cubicBezTo>
                  <a:pt x="83344" y="113894"/>
                  <a:pt x="80557" y="116681"/>
                  <a:pt x="77093" y="116681"/>
                </a:cubicBezTo>
                <a:cubicBezTo>
                  <a:pt x="73629" y="116681"/>
                  <a:pt x="70842" y="113894"/>
                  <a:pt x="70842" y="110430"/>
                </a:cubicBezTo>
                <a:cubicBezTo>
                  <a:pt x="70842" y="106966"/>
                  <a:pt x="73629" y="104180"/>
                  <a:pt x="77093" y="10418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88005" y="292203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887980" y="3150631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Σ(poids) / max(tokens,1) ∈ [-1,+1]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99366" y="5360790"/>
            <a:ext cx="579120" cy="236220"/>
          </a:xfrm>
          <a:prstGeom prst="roundRect">
            <a:avLst>
              <a:gd name="adj" fmla="val 1612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07951" y="5421632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31776" y="540269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J3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02530" y="1642110"/>
            <a:ext cx="2188845" cy="4074795"/>
          </a:xfrm>
          <a:prstGeom prst="roundRect">
            <a:avLst>
              <a:gd name="adj" fmla="val 6963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20640" y="1779152"/>
            <a:ext cx="381000" cy="381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15533" y="1836302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7840" y="1760223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Hashtags TF-IDF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77840" y="2026923"/>
            <a:ext cx="134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Zone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20640" y="2255402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215890" y="23544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5918" y="182"/>
                </a:moveTo>
                <a:cubicBezTo>
                  <a:pt x="60424" y="1146"/>
                  <a:pt x="63289" y="5574"/>
                  <a:pt x="62325" y="10079"/>
                </a:cubicBezTo>
                <a:lnTo>
                  <a:pt x="57351" y="33337"/>
                </a:lnTo>
                <a:lnTo>
                  <a:pt x="90298" y="33337"/>
                </a:lnTo>
                <a:lnTo>
                  <a:pt x="96028" y="6589"/>
                </a:lnTo>
                <a:cubicBezTo>
                  <a:pt x="96991" y="2084"/>
                  <a:pt x="101419" y="-781"/>
                  <a:pt x="105925" y="182"/>
                </a:cubicBezTo>
                <a:cubicBezTo>
                  <a:pt x="110430" y="1146"/>
                  <a:pt x="113295" y="5574"/>
                  <a:pt x="112332" y="10079"/>
                </a:cubicBezTo>
                <a:lnTo>
                  <a:pt x="107357" y="33337"/>
                </a:lnTo>
                <a:lnTo>
                  <a:pt x="125016" y="33337"/>
                </a:lnTo>
                <a:cubicBezTo>
                  <a:pt x="129626" y="33337"/>
                  <a:pt x="133350" y="37062"/>
                  <a:pt x="133350" y="41672"/>
                </a:cubicBezTo>
                <a:cubicBezTo>
                  <a:pt x="133350" y="46282"/>
                  <a:pt x="129626" y="50006"/>
                  <a:pt x="125016" y="50006"/>
                </a:cubicBezTo>
                <a:lnTo>
                  <a:pt x="103763" y="50006"/>
                </a:lnTo>
                <a:lnTo>
                  <a:pt x="96627" y="83344"/>
                </a:lnTo>
                <a:lnTo>
                  <a:pt x="114285" y="83344"/>
                </a:lnTo>
                <a:cubicBezTo>
                  <a:pt x="118895" y="83344"/>
                  <a:pt x="122619" y="87068"/>
                  <a:pt x="122619" y="91678"/>
                </a:cubicBezTo>
                <a:cubicBezTo>
                  <a:pt x="122619" y="96288"/>
                  <a:pt x="118895" y="100013"/>
                  <a:pt x="114285" y="100013"/>
                </a:cubicBezTo>
                <a:lnTo>
                  <a:pt x="93032" y="100013"/>
                </a:lnTo>
                <a:lnTo>
                  <a:pt x="87303" y="126761"/>
                </a:lnTo>
                <a:cubicBezTo>
                  <a:pt x="86339" y="131266"/>
                  <a:pt x="81911" y="134131"/>
                  <a:pt x="77406" y="133168"/>
                </a:cubicBezTo>
                <a:cubicBezTo>
                  <a:pt x="72900" y="132204"/>
                  <a:pt x="70035" y="127776"/>
                  <a:pt x="70998" y="123271"/>
                </a:cubicBezTo>
                <a:lnTo>
                  <a:pt x="75973" y="100013"/>
                </a:lnTo>
                <a:lnTo>
                  <a:pt x="43026" y="100013"/>
                </a:lnTo>
                <a:lnTo>
                  <a:pt x="37296" y="126761"/>
                </a:lnTo>
                <a:cubicBezTo>
                  <a:pt x="36333" y="131266"/>
                  <a:pt x="31905" y="134131"/>
                  <a:pt x="27399" y="133168"/>
                </a:cubicBezTo>
                <a:cubicBezTo>
                  <a:pt x="22893" y="132204"/>
                  <a:pt x="20029" y="127776"/>
                  <a:pt x="20992" y="123271"/>
                </a:cubicBezTo>
                <a:lnTo>
                  <a:pt x="25993" y="100013"/>
                </a:lnTo>
                <a:lnTo>
                  <a:pt x="8334" y="100013"/>
                </a:lnTo>
                <a:cubicBezTo>
                  <a:pt x="3724" y="100013"/>
                  <a:pt x="0" y="96288"/>
                  <a:pt x="0" y="91678"/>
                </a:cubicBezTo>
                <a:cubicBezTo>
                  <a:pt x="0" y="87068"/>
                  <a:pt x="3724" y="83344"/>
                  <a:pt x="8334" y="83344"/>
                </a:cubicBezTo>
                <a:lnTo>
                  <a:pt x="29587" y="83344"/>
                </a:lnTo>
                <a:lnTo>
                  <a:pt x="36723" y="50006"/>
                </a:lnTo>
                <a:lnTo>
                  <a:pt x="19065" y="50006"/>
                </a:lnTo>
                <a:cubicBezTo>
                  <a:pt x="14455" y="50006"/>
                  <a:pt x="10731" y="46282"/>
                  <a:pt x="10731" y="41672"/>
                </a:cubicBezTo>
                <a:cubicBezTo>
                  <a:pt x="10731" y="37062"/>
                  <a:pt x="14455" y="33337"/>
                  <a:pt x="19065" y="33337"/>
                </a:cubicBezTo>
                <a:lnTo>
                  <a:pt x="40318" y="33337"/>
                </a:lnTo>
                <a:lnTo>
                  <a:pt x="46047" y="6589"/>
                </a:lnTo>
                <a:cubicBezTo>
                  <a:pt x="46985" y="2084"/>
                  <a:pt x="51413" y="-781"/>
                  <a:pt x="55918" y="182"/>
                </a:cubicBezTo>
                <a:close/>
                <a:moveTo>
                  <a:pt x="53757" y="50006"/>
                </a:moveTo>
                <a:lnTo>
                  <a:pt x="46620" y="83344"/>
                </a:lnTo>
                <a:lnTo>
                  <a:pt x="79567" y="83344"/>
                </a:lnTo>
                <a:lnTo>
                  <a:pt x="86704" y="50006"/>
                </a:lnTo>
                <a:lnTo>
                  <a:pt x="53757" y="5000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96865" y="2331602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96840" y="2560202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Hashtags locaux pondérés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20640" y="2845831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215890" y="29448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96865" y="292203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Sans bruit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96840" y="3150631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Filtre du bruit global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809774" y="5360790"/>
            <a:ext cx="569595" cy="236220"/>
          </a:xfrm>
          <a:prstGeom prst="roundRect">
            <a:avLst>
              <a:gd name="adj" fmla="val 16129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918359" y="5421632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42184" y="5402698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J4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11390" y="1642110"/>
            <a:ext cx="2188845" cy="4074795"/>
          </a:xfrm>
          <a:prstGeom prst="roundRect">
            <a:avLst>
              <a:gd name="adj" fmla="val 6963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29500" y="1779152"/>
            <a:ext cx="381000" cy="381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24512" y="1836302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86700" y="1760223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Anomalies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886700" y="2026923"/>
            <a:ext cx="847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Zone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29500" y="2255402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524750" y="23544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705725" y="2331602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05700" y="2560202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Activité &gt; 1,5× moy. 6 sem.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29500" y="2845831"/>
            <a:ext cx="19526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524750" y="29448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705725" y="292203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Détection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505700" y="3150631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Spike temporel automatique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16848" y="5360790"/>
            <a:ext cx="579120" cy="236220"/>
          </a:xfrm>
          <a:prstGeom prst="roundRect">
            <a:avLst>
              <a:gd name="adj" fmla="val 16129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225433" y="5421632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349258" y="540269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J5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624060" y="1645920"/>
            <a:ext cx="2177415" cy="4072890"/>
          </a:xfrm>
          <a:prstGeom prst="roundRect">
            <a:avLst>
              <a:gd name="adj" fmla="val 6999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5400000" scaled="1"/>
          </a:gradFill>
          <a:ln w="20320">
            <a:solidFill>
              <a:srgbClr val="F6AD5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745980" y="1786770"/>
            <a:ext cx="381000" cy="381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842183" y="184392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J5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203181" y="1767841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Vélocité ★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203181" y="2034541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Velocity Zone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749790" y="2266830"/>
            <a:ext cx="1931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848850" y="23697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029825" y="234684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Δsentiment/Δt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829800" y="2575443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Vitesse de changement par région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749790" y="2872505"/>
            <a:ext cx="1931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857184" y="297537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0"/>
                </a:moveTo>
                <a:cubicBezTo>
                  <a:pt x="53731" y="0"/>
                  <a:pt x="50006" y="3724"/>
                  <a:pt x="50006" y="8334"/>
                </a:cubicBezTo>
                <a:lnTo>
                  <a:pt x="50006" y="9168"/>
                </a:lnTo>
                <a:cubicBezTo>
                  <a:pt x="30993" y="13022"/>
                  <a:pt x="16669" y="29847"/>
                  <a:pt x="16669" y="50006"/>
                </a:cubicBezTo>
                <a:lnTo>
                  <a:pt x="16669" y="55658"/>
                </a:lnTo>
                <a:cubicBezTo>
                  <a:pt x="16669" y="68186"/>
                  <a:pt x="12397" y="80349"/>
                  <a:pt x="4584" y="90141"/>
                </a:cubicBezTo>
                <a:lnTo>
                  <a:pt x="2032" y="93319"/>
                </a:lnTo>
                <a:cubicBezTo>
                  <a:pt x="703" y="94960"/>
                  <a:pt x="0" y="96991"/>
                  <a:pt x="0" y="99101"/>
                </a:cubicBezTo>
                <a:cubicBezTo>
                  <a:pt x="0" y="104206"/>
                  <a:pt x="4141" y="108347"/>
                  <a:pt x="9246" y="108347"/>
                </a:cubicBezTo>
                <a:lnTo>
                  <a:pt x="107409" y="108347"/>
                </a:lnTo>
                <a:cubicBezTo>
                  <a:pt x="112514" y="108347"/>
                  <a:pt x="116655" y="104206"/>
                  <a:pt x="116655" y="99101"/>
                </a:cubicBezTo>
                <a:cubicBezTo>
                  <a:pt x="116655" y="96991"/>
                  <a:pt x="115952" y="94960"/>
                  <a:pt x="114624" y="93319"/>
                </a:cubicBezTo>
                <a:lnTo>
                  <a:pt x="112071" y="90141"/>
                </a:lnTo>
                <a:cubicBezTo>
                  <a:pt x="104284" y="80349"/>
                  <a:pt x="100013" y="68186"/>
                  <a:pt x="100013" y="55658"/>
                </a:cubicBezTo>
                <a:lnTo>
                  <a:pt x="100013" y="50006"/>
                </a:lnTo>
                <a:cubicBezTo>
                  <a:pt x="100013" y="29847"/>
                  <a:pt x="85688" y="13022"/>
                  <a:pt x="66675" y="9168"/>
                </a:cubicBezTo>
                <a:lnTo>
                  <a:pt x="66675" y="8334"/>
                </a:lnTo>
                <a:cubicBezTo>
                  <a:pt x="66675" y="3724"/>
                  <a:pt x="62951" y="0"/>
                  <a:pt x="58341" y="0"/>
                </a:cubicBezTo>
                <a:close/>
                <a:moveTo>
                  <a:pt x="42193" y="120848"/>
                </a:moveTo>
                <a:cubicBezTo>
                  <a:pt x="44042" y="128037"/>
                  <a:pt x="50579" y="133350"/>
                  <a:pt x="58341" y="133350"/>
                </a:cubicBezTo>
                <a:cubicBezTo>
                  <a:pt x="66102" y="133350"/>
                  <a:pt x="72639" y="128037"/>
                  <a:pt x="74488" y="120848"/>
                </a:cubicBezTo>
                <a:lnTo>
                  <a:pt x="42193" y="120848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0029825" y="295251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 précoce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829800" y="3181113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Détection avant le pic de crise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749790" y="5276972"/>
            <a:ext cx="1931670" cy="312420"/>
          </a:xfrm>
          <a:prstGeom prst="roundRect">
            <a:avLst>
              <a:gd name="adj" fmla="val 24390"/>
            </a:avLst>
          </a:prstGeom>
          <a:solidFill>
            <a:srgbClr val="F6AD55">
              <a:alpha val="30196"/>
            </a:srgbClr>
          </a:solidFill>
          <a:ln w="1016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801225" y="535698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 CONTRIBUTION ORIGINALE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84810" y="5878833"/>
            <a:ext cx="11418570" cy="598170"/>
          </a:xfrm>
          <a:prstGeom prst="roundRect">
            <a:avLst>
              <a:gd name="adj" fmla="val 19108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50000">
                <a:srgbClr val="F6AD55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0" scaled="1"/>
          </a:gra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10540" y="6107429"/>
            <a:ext cx="139065" cy="139065"/>
          </a:xfrm>
          <a:prstGeom prst="roundRect">
            <a:avLst>
              <a:gd name="adj" fmla="val 27397"/>
            </a:avLst>
          </a:prstGeom>
          <a:solidFill>
            <a:srgbClr val="4A5568"/>
          </a:solidFill>
          <a:ln w="2032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31520" y="6080759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Zone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481376" y="60998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812846" y="6107429"/>
            <a:ext cx="139065" cy="139065"/>
          </a:xfrm>
          <a:prstGeom prst="roundRect">
            <a:avLst>
              <a:gd name="adj" fmla="val 27397"/>
            </a:avLst>
          </a:prstGeom>
          <a:solidFill>
            <a:srgbClr val="38B2AC">
              <a:alpha val="40000"/>
            </a:srgbClr>
          </a:solidFill>
          <a:ln w="2032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033826" y="6080759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Zone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2853690" y="60998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185160" y="6107429"/>
            <a:ext cx="139065" cy="139065"/>
          </a:xfrm>
          <a:prstGeom prst="roundRect">
            <a:avLst>
              <a:gd name="adj" fmla="val 27397"/>
            </a:avLst>
          </a:prstGeom>
          <a:solidFill>
            <a:srgbClr val="38B2AC">
              <a:alpha val="60000"/>
            </a:srgbClr>
          </a:solidFill>
          <a:ln w="2032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406140" y="6080759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Scored Zone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308753" y="60998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640223" y="6107429"/>
            <a:ext cx="139065" cy="139065"/>
          </a:xfrm>
          <a:prstGeom prst="roundRect">
            <a:avLst>
              <a:gd name="adj" fmla="val 27397"/>
            </a:avLst>
          </a:prstGeom>
          <a:solidFill>
            <a:srgbClr val="F6AD55">
              <a:alpha val="40000"/>
            </a:srgbClr>
          </a:solidFill>
          <a:ln w="2032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861203" y="6080759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Zone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5631299" y="60998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962769" y="6107429"/>
            <a:ext cx="139065" cy="139065"/>
          </a:xfrm>
          <a:prstGeom prst="roundRect">
            <a:avLst>
              <a:gd name="adj" fmla="val 27397"/>
            </a:avLst>
          </a:prstGeom>
          <a:solidFill>
            <a:srgbClr val="F6AD55">
              <a:alpha val="60000"/>
            </a:srgbClr>
          </a:solidFill>
          <a:ln w="2032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183749" y="6080759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Velocity Zone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9686092" y="6000751"/>
            <a:ext cx="1998345" cy="350520"/>
          </a:xfrm>
          <a:prstGeom prst="roundRect">
            <a:avLst>
              <a:gd name="adj" fmla="val 2173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869686" y="61036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0070902" y="608075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 au lieu de O(n log n)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— IMPLÉMENTATION ★ CONTRIBUTION ORIGINALE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5 — Vélocité de Tendance Géo-Temporelle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Notre innovation algorithmique originale pour la prédiction précoce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8620" y="1645920"/>
            <a:ext cx="5625465" cy="2329815"/>
          </a:xfrm>
          <a:prstGeom prst="roundRect">
            <a:avLst>
              <a:gd name="adj" fmla="val 6541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05941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2940" y="19202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0140" y="1901191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Formule de Vélocité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381251"/>
            <a:ext cx="5293995" cy="855345"/>
          </a:xfrm>
          <a:prstGeom prst="roundRect">
            <a:avLst>
              <a:gd name="adj" fmla="val 13363"/>
            </a:avLst>
          </a:prstGeom>
          <a:solidFill>
            <a:srgbClr val="1A202C">
              <a:alpha val="8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935" y="2499359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v(r,t) = </a:t>
            </a:r>
            <a:r>
              <a:rPr lang="en-US" sz="1500" b="1" dirty="0">
                <a:solidFill>
                  <a:srgbClr val="F6AD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(S(r,t) − S(r,t−7)) / 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0560" y="2842259"/>
            <a:ext cx="5057775" cy="9525"/>
          </a:xfrm>
          <a:prstGeom prst="roundRect">
            <a:avLst>
              <a:gd name="adj" fmla="val 0"/>
            </a:avLst>
          </a:prstGeom>
          <a:solidFill>
            <a:srgbClr val="F6AD55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7223" y="2927984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S(r,t) = score moyen de sentiment pour la région r à la semaine 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7690" y="33928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340" y="3354707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absolu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photo statique du sentiment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690" y="36595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5340" y="3621407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Vélocité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signal d'alerte précoce dynamique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135753"/>
            <a:ext cx="5627370" cy="2341245"/>
          </a:xfrm>
          <a:prstGeom prst="roundRect">
            <a:avLst>
              <a:gd name="adj" fmla="val 6509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1020" y="4291971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5320" y="44062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2520" y="4387221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cette approche 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0070" y="4985147"/>
            <a:ext cx="5295900" cy="447675"/>
          </a:xfrm>
          <a:custGeom>
            <a:avLst/>
            <a:gdLst/>
            <a:ahLst/>
            <a:cxnLst/>
            <a:rect l="l" t="t" r="r" b="b"/>
            <a:pathLst>
              <a:path w="5295900" h="447675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371475"/>
                </a:lnTo>
                <a:cubicBezTo>
                  <a:pt x="5295900" y="413531"/>
                  <a:pt x="5261756" y="447675"/>
                  <a:pt x="5219700" y="447675"/>
                </a:cubicBez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0070" y="4985147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3420" y="5099447"/>
            <a:ext cx="511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Casablanca à +0,61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stable, pas d'action nécessaire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070" y="5750003"/>
            <a:ext cx="5295900" cy="447675"/>
          </a:xfrm>
          <a:custGeom>
            <a:avLst/>
            <a:gdLst/>
            <a:ahLst/>
            <a:cxnLst/>
            <a:rect l="l" t="t" r="r" b="b"/>
            <a:pathLst>
              <a:path w="5295900" h="447675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371475"/>
                </a:lnTo>
                <a:cubicBezTo>
                  <a:pt x="5295900" y="413531"/>
                  <a:pt x="5261756" y="447675"/>
                  <a:pt x="5219700" y="447675"/>
                </a:cubicBez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0070" y="5750003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3420" y="5864303"/>
            <a:ext cx="511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Fès à −0,2 → +0,6 en 48h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CRISE DÉTECTÉE AVANT LE PIC 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010" y="1642110"/>
            <a:ext cx="5627370" cy="4827270"/>
          </a:xfrm>
          <a:prstGeom prst="roundRect">
            <a:avLst>
              <a:gd name="adj" fmla="val 3157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32220" y="1798323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60807" y="19126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1893573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Implémentation Python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6030" y="2471738"/>
            <a:ext cx="5313045" cy="731520"/>
          </a:xfrm>
          <a:prstGeom prst="roundRect">
            <a:avLst>
              <a:gd name="adj" fmla="val 10417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63665" y="262794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2589847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functools.reduce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54140" y="2894647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Agrégation des scores par région avec réduction fonctionnelle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6030" y="3483295"/>
            <a:ext cx="5313045" cy="731520"/>
          </a:xfrm>
          <a:prstGeom prst="roundRect">
            <a:avLst>
              <a:gd name="adj" fmla="val 10417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92240" y="363950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14" y="60781"/>
                </a:moveTo>
                <a:cubicBezTo>
                  <a:pt x="2203" y="64353"/>
                  <a:pt x="5655" y="66675"/>
                  <a:pt x="9525" y="66675"/>
                </a:cubicBezTo>
                <a:lnTo>
                  <a:pt x="104775" y="66675"/>
                </a:lnTo>
                <a:cubicBezTo>
                  <a:pt x="108615" y="66675"/>
                  <a:pt x="112097" y="64353"/>
                  <a:pt x="113586" y="60781"/>
                </a:cubicBezTo>
                <a:cubicBezTo>
                  <a:pt x="115074" y="57210"/>
                  <a:pt x="114240" y="53132"/>
                  <a:pt x="111532" y="50393"/>
                </a:cubicBezTo>
                <a:lnTo>
                  <a:pt x="63907" y="2768"/>
                </a:lnTo>
                <a:cubicBezTo>
                  <a:pt x="60186" y="-953"/>
                  <a:pt x="54144" y="-953"/>
                  <a:pt x="50423" y="2768"/>
                </a:cubicBezTo>
                <a:lnTo>
                  <a:pt x="2798" y="50393"/>
                </a:lnTo>
                <a:cubicBezTo>
                  <a:pt x="60" y="53132"/>
                  <a:pt x="-744" y="57210"/>
                  <a:pt x="744" y="60781"/>
                </a:cubicBezTo>
                <a:close/>
                <a:moveTo>
                  <a:pt x="714" y="91589"/>
                </a:moveTo>
                <a:cubicBezTo>
                  <a:pt x="-774" y="95161"/>
                  <a:pt x="60" y="99239"/>
                  <a:pt x="2768" y="101977"/>
                </a:cubicBezTo>
                <a:lnTo>
                  <a:pt x="50393" y="149602"/>
                </a:lnTo>
                <a:cubicBezTo>
                  <a:pt x="54114" y="153323"/>
                  <a:pt x="60156" y="153323"/>
                  <a:pt x="63877" y="149602"/>
                </a:cubicBezTo>
                <a:lnTo>
                  <a:pt x="111502" y="101977"/>
                </a:lnTo>
                <a:cubicBezTo>
                  <a:pt x="114240" y="99239"/>
                  <a:pt x="115044" y="95161"/>
                  <a:pt x="113556" y="91589"/>
                </a:cubicBezTo>
                <a:cubicBezTo>
                  <a:pt x="112068" y="88017"/>
                  <a:pt x="108615" y="85725"/>
                  <a:pt x="104775" y="85725"/>
                </a:cubicBezTo>
                <a:lnTo>
                  <a:pt x="9525" y="85725"/>
                </a:lnTo>
                <a:cubicBezTo>
                  <a:pt x="5685" y="85725"/>
                  <a:pt x="2203" y="88047"/>
                  <a:pt x="714" y="9161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20840" y="360140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 en mémoire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4140" y="3906203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Ordre chronologique par date pour calcul de delta temporel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6030" y="4494847"/>
            <a:ext cx="5313045" cy="731520"/>
          </a:xfrm>
          <a:prstGeom prst="roundRect">
            <a:avLst>
              <a:gd name="adj" fmla="val 10417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63665" y="465105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" y="35540"/>
                </a:moveTo>
                <a:cubicBezTo>
                  <a:pt x="3840" y="32266"/>
                  <a:pt x="0" y="26104"/>
                  <a:pt x="0" y="19050"/>
                </a:cubicBezTo>
                <a:cubicBezTo>
                  <a:pt x="0" y="8543"/>
                  <a:pt x="8543" y="0"/>
                  <a:pt x="19050" y="0"/>
                </a:cubicBezTo>
                <a:cubicBezTo>
                  <a:pt x="26104" y="0"/>
                  <a:pt x="32266" y="3840"/>
                  <a:pt x="35540" y="9525"/>
                </a:cubicBezTo>
                <a:lnTo>
                  <a:pt x="135880" y="9525"/>
                </a:lnTo>
                <a:cubicBezTo>
                  <a:pt x="139184" y="3840"/>
                  <a:pt x="145316" y="0"/>
                  <a:pt x="152370" y="0"/>
                </a:cubicBezTo>
                <a:cubicBezTo>
                  <a:pt x="162877" y="0"/>
                  <a:pt x="171420" y="8543"/>
                  <a:pt x="171420" y="19050"/>
                </a:cubicBezTo>
                <a:cubicBezTo>
                  <a:pt x="171420" y="26104"/>
                  <a:pt x="167580" y="32266"/>
                  <a:pt x="161895" y="35540"/>
                </a:cubicBezTo>
                <a:lnTo>
                  <a:pt x="161895" y="116830"/>
                </a:lnTo>
                <a:cubicBezTo>
                  <a:pt x="167580" y="120134"/>
                  <a:pt x="171420" y="126266"/>
                  <a:pt x="171420" y="133320"/>
                </a:cubicBezTo>
                <a:cubicBezTo>
                  <a:pt x="171420" y="143828"/>
                  <a:pt x="162877" y="152370"/>
                  <a:pt x="152370" y="152370"/>
                </a:cubicBezTo>
                <a:cubicBezTo>
                  <a:pt x="145316" y="152370"/>
                  <a:pt x="139154" y="148530"/>
                  <a:pt x="135880" y="142845"/>
                </a:cubicBezTo>
                <a:lnTo>
                  <a:pt x="35540" y="142845"/>
                </a:lnTo>
                <a:cubicBezTo>
                  <a:pt x="32236" y="148530"/>
                  <a:pt x="26104" y="152370"/>
                  <a:pt x="19050" y="152370"/>
                </a:cubicBezTo>
                <a:cubicBezTo>
                  <a:pt x="8543" y="152370"/>
                  <a:pt x="0" y="143828"/>
                  <a:pt x="0" y="133320"/>
                </a:cubicBezTo>
                <a:cubicBezTo>
                  <a:pt x="0" y="126266"/>
                  <a:pt x="3840" y="120104"/>
                  <a:pt x="9525" y="116830"/>
                </a:cubicBezTo>
                <a:lnTo>
                  <a:pt x="9525" y="35540"/>
                </a:lnTo>
                <a:close/>
                <a:moveTo>
                  <a:pt x="142875" y="35540"/>
                </a:moveTo>
                <a:cubicBezTo>
                  <a:pt x="139988" y="33873"/>
                  <a:pt x="137577" y="31462"/>
                  <a:pt x="135910" y="28575"/>
                </a:cubicBezTo>
                <a:lnTo>
                  <a:pt x="35540" y="28575"/>
                </a:lnTo>
                <a:cubicBezTo>
                  <a:pt x="33873" y="31462"/>
                  <a:pt x="31462" y="33873"/>
                  <a:pt x="28575" y="35540"/>
                </a:cubicBezTo>
                <a:lnTo>
                  <a:pt x="28575" y="116830"/>
                </a:lnTo>
                <a:cubicBezTo>
                  <a:pt x="31462" y="118497"/>
                  <a:pt x="33873" y="120908"/>
                  <a:pt x="35540" y="123795"/>
                </a:cubicBezTo>
                <a:lnTo>
                  <a:pt x="135880" y="123795"/>
                </a:lnTo>
                <a:cubicBezTo>
                  <a:pt x="137547" y="120908"/>
                  <a:pt x="139958" y="118497"/>
                  <a:pt x="142845" y="116830"/>
                </a:cubicBezTo>
                <a:lnTo>
                  <a:pt x="142845" y="35540"/>
                </a:lnTo>
                <a:close/>
                <a:moveTo>
                  <a:pt x="42863" y="52388"/>
                </a:moveTo>
                <a:cubicBezTo>
                  <a:pt x="42863" y="47119"/>
                  <a:pt x="47119" y="42863"/>
                  <a:pt x="52388" y="42863"/>
                </a:cubicBezTo>
                <a:lnTo>
                  <a:pt x="85725" y="42863"/>
                </a:lnTo>
                <a:cubicBezTo>
                  <a:pt x="90994" y="42863"/>
                  <a:pt x="95250" y="47119"/>
                  <a:pt x="95250" y="52388"/>
                </a:cubicBezTo>
                <a:lnTo>
                  <a:pt x="95250" y="71438"/>
                </a:lnTo>
                <a:cubicBezTo>
                  <a:pt x="95250" y="76706"/>
                  <a:pt x="90994" y="80962"/>
                  <a:pt x="85725" y="80962"/>
                </a:cubicBezTo>
                <a:lnTo>
                  <a:pt x="52388" y="80962"/>
                </a:lnTo>
                <a:cubicBezTo>
                  <a:pt x="47119" y="80962"/>
                  <a:pt x="42863" y="76706"/>
                  <a:pt x="42863" y="71438"/>
                </a:cubicBezTo>
                <a:lnTo>
                  <a:pt x="42863" y="52388"/>
                </a:lnTo>
                <a:close/>
                <a:moveTo>
                  <a:pt x="76200" y="95250"/>
                </a:moveTo>
                <a:lnTo>
                  <a:pt x="85725" y="95250"/>
                </a:lnTo>
                <a:cubicBezTo>
                  <a:pt x="98881" y="95250"/>
                  <a:pt x="109537" y="84594"/>
                  <a:pt x="109537" y="71438"/>
                </a:cubicBezTo>
                <a:lnTo>
                  <a:pt x="119062" y="71438"/>
                </a:lnTo>
                <a:cubicBezTo>
                  <a:pt x="124331" y="71438"/>
                  <a:pt x="128588" y="75694"/>
                  <a:pt x="128588" y="80962"/>
                </a:cubicBezTo>
                <a:lnTo>
                  <a:pt x="128588" y="100013"/>
                </a:lnTo>
                <a:cubicBezTo>
                  <a:pt x="128588" y="105281"/>
                  <a:pt x="124331" y="109537"/>
                  <a:pt x="119062" y="109537"/>
                </a:cubicBezTo>
                <a:lnTo>
                  <a:pt x="85725" y="109537"/>
                </a:lnTo>
                <a:cubicBezTo>
                  <a:pt x="80456" y="109537"/>
                  <a:pt x="76200" y="105281"/>
                  <a:pt x="76200" y="100013"/>
                </a:cubicBezTo>
                <a:lnTo>
                  <a:pt x="76200" y="9525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20840" y="46129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Dictionnaire de regroupement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4140" y="4917756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Groupement par région avec hash map pour accès O(1)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9840" y="5510214"/>
            <a:ext cx="5301615" cy="701040"/>
          </a:xfrm>
          <a:prstGeom prst="roundRect">
            <a:avLst>
              <a:gd name="adj" fmla="val 10870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90335" y="5746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61810" y="5632131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Résultat : O(n)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61810" y="5898831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 lieu de O(n log n) — gain de performance significatif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— IMPLÉMENTATION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Scraper, Backend &amp;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événementielle : DataPoller → CustomEvents → Modules indépendants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810" y="1642110"/>
            <a:ext cx="3703320" cy="4827270"/>
          </a:xfrm>
          <a:prstGeom prst="roundRect">
            <a:avLst>
              <a:gd name="adj" fmla="val 4115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5400000" scaled="1"/>
          </a:gradFill>
          <a:ln w="1016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60218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6270" y="1893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7406" y="-11534"/>
                </a:moveTo>
                <a:cubicBezTo>
                  <a:pt x="141833" y="-12836"/>
                  <a:pt x="146484" y="-10530"/>
                  <a:pt x="148196" y="-6362"/>
                </a:cubicBezTo>
                <a:lnTo>
                  <a:pt x="148493" y="-5507"/>
                </a:lnTo>
                <a:lnTo>
                  <a:pt x="163376" y="45095"/>
                </a:lnTo>
                <a:cubicBezTo>
                  <a:pt x="164306" y="48220"/>
                  <a:pt x="163413" y="51606"/>
                  <a:pt x="161106" y="53913"/>
                </a:cubicBezTo>
                <a:lnTo>
                  <a:pt x="137257" y="77763"/>
                </a:lnTo>
                <a:lnTo>
                  <a:pt x="165683" y="70024"/>
                </a:lnTo>
                <a:lnTo>
                  <a:pt x="173087" y="47774"/>
                </a:lnTo>
                <a:lnTo>
                  <a:pt x="173422" y="46918"/>
                </a:lnTo>
                <a:cubicBezTo>
                  <a:pt x="175282" y="42788"/>
                  <a:pt x="180008" y="40667"/>
                  <a:pt x="184398" y="42118"/>
                </a:cubicBezTo>
                <a:cubicBezTo>
                  <a:pt x="188788" y="43569"/>
                  <a:pt x="191281" y="48109"/>
                  <a:pt x="190277" y="52536"/>
                </a:cubicBezTo>
                <a:lnTo>
                  <a:pt x="190016" y="53429"/>
                </a:lnTo>
                <a:lnTo>
                  <a:pt x="181087" y="80218"/>
                </a:lnTo>
                <a:cubicBezTo>
                  <a:pt x="180156" y="83046"/>
                  <a:pt x="177850" y="85204"/>
                  <a:pt x="174947" y="86023"/>
                </a:cubicBezTo>
                <a:lnTo>
                  <a:pt x="141052" y="95250"/>
                </a:lnTo>
                <a:lnTo>
                  <a:pt x="174947" y="104477"/>
                </a:lnTo>
                <a:cubicBezTo>
                  <a:pt x="177812" y="105259"/>
                  <a:pt x="180119" y="107454"/>
                  <a:pt x="181087" y="110282"/>
                </a:cubicBezTo>
                <a:lnTo>
                  <a:pt x="190016" y="137071"/>
                </a:lnTo>
                <a:lnTo>
                  <a:pt x="190277" y="137964"/>
                </a:lnTo>
                <a:cubicBezTo>
                  <a:pt x="191281" y="142391"/>
                  <a:pt x="188751" y="146931"/>
                  <a:pt x="184398" y="148382"/>
                </a:cubicBezTo>
                <a:cubicBezTo>
                  <a:pt x="180008" y="149833"/>
                  <a:pt x="175282" y="147712"/>
                  <a:pt x="173422" y="143582"/>
                </a:cubicBezTo>
                <a:lnTo>
                  <a:pt x="173087" y="142726"/>
                </a:lnTo>
                <a:lnTo>
                  <a:pt x="165683" y="120476"/>
                </a:lnTo>
                <a:lnTo>
                  <a:pt x="137257" y="112737"/>
                </a:lnTo>
                <a:lnTo>
                  <a:pt x="161106" y="136587"/>
                </a:lnTo>
                <a:cubicBezTo>
                  <a:pt x="163376" y="138857"/>
                  <a:pt x="164269" y="142205"/>
                  <a:pt x="163413" y="145293"/>
                </a:cubicBezTo>
                <a:lnTo>
                  <a:pt x="148530" y="198872"/>
                </a:lnTo>
                <a:lnTo>
                  <a:pt x="148233" y="199727"/>
                </a:lnTo>
                <a:cubicBezTo>
                  <a:pt x="146596" y="203932"/>
                  <a:pt x="141982" y="206313"/>
                  <a:pt x="137517" y="205085"/>
                </a:cubicBezTo>
                <a:cubicBezTo>
                  <a:pt x="133052" y="203857"/>
                  <a:pt x="130336" y="199430"/>
                  <a:pt x="131118" y="194965"/>
                </a:cubicBezTo>
                <a:lnTo>
                  <a:pt x="131304" y="194072"/>
                </a:lnTo>
                <a:lnTo>
                  <a:pt x="144773" y="145517"/>
                </a:lnTo>
                <a:lnTo>
                  <a:pt x="130932" y="131676"/>
                </a:lnTo>
                <a:cubicBezTo>
                  <a:pt x="130597" y="151061"/>
                  <a:pt x="114746" y="166688"/>
                  <a:pt x="95250" y="166688"/>
                </a:cubicBezTo>
                <a:cubicBezTo>
                  <a:pt x="75754" y="166688"/>
                  <a:pt x="59903" y="151061"/>
                  <a:pt x="59531" y="131676"/>
                </a:cubicBezTo>
                <a:lnTo>
                  <a:pt x="45765" y="145442"/>
                </a:lnTo>
                <a:lnTo>
                  <a:pt x="59159" y="190946"/>
                </a:lnTo>
                <a:lnTo>
                  <a:pt x="59382" y="191839"/>
                </a:lnTo>
                <a:cubicBezTo>
                  <a:pt x="60201" y="196267"/>
                  <a:pt x="57559" y="200732"/>
                  <a:pt x="53132" y="202034"/>
                </a:cubicBezTo>
                <a:cubicBezTo>
                  <a:pt x="48704" y="203336"/>
                  <a:pt x="44053" y="201030"/>
                  <a:pt x="42342" y="196862"/>
                </a:cubicBezTo>
                <a:lnTo>
                  <a:pt x="42044" y="196007"/>
                </a:lnTo>
                <a:lnTo>
                  <a:pt x="27161" y="145405"/>
                </a:lnTo>
                <a:cubicBezTo>
                  <a:pt x="26231" y="142280"/>
                  <a:pt x="27124" y="138894"/>
                  <a:pt x="29431" y="136550"/>
                </a:cubicBezTo>
                <a:lnTo>
                  <a:pt x="53280" y="112700"/>
                </a:lnTo>
                <a:lnTo>
                  <a:pt x="24854" y="120439"/>
                </a:lnTo>
                <a:lnTo>
                  <a:pt x="17450" y="142689"/>
                </a:lnTo>
                <a:lnTo>
                  <a:pt x="17115" y="143545"/>
                </a:lnTo>
                <a:cubicBezTo>
                  <a:pt x="15255" y="147675"/>
                  <a:pt x="10530" y="149796"/>
                  <a:pt x="6139" y="148344"/>
                </a:cubicBezTo>
                <a:cubicBezTo>
                  <a:pt x="1749" y="146893"/>
                  <a:pt x="-744" y="142354"/>
                  <a:pt x="260" y="137926"/>
                </a:cubicBezTo>
                <a:lnTo>
                  <a:pt x="521" y="137033"/>
                </a:lnTo>
                <a:lnTo>
                  <a:pt x="9451" y="110244"/>
                </a:lnTo>
                <a:cubicBezTo>
                  <a:pt x="10381" y="107417"/>
                  <a:pt x="12688" y="105259"/>
                  <a:pt x="15590" y="104440"/>
                </a:cubicBezTo>
                <a:lnTo>
                  <a:pt x="49485" y="95213"/>
                </a:lnTo>
                <a:lnTo>
                  <a:pt x="15590" y="85985"/>
                </a:lnTo>
                <a:cubicBezTo>
                  <a:pt x="12725" y="85204"/>
                  <a:pt x="10418" y="83009"/>
                  <a:pt x="9451" y="80181"/>
                </a:cubicBezTo>
                <a:lnTo>
                  <a:pt x="521" y="53392"/>
                </a:lnTo>
                <a:lnTo>
                  <a:pt x="260" y="52499"/>
                </a:lnTo>
                <a:cubicBezTo>
                  <a:pt x="-744" y="48071"/>
                  <a:pt x="1786" y="43532"/>
                  <a:pt x="6139" y="42081"/>
                </a:cubicBezTo>
                <a:cubicBezTo>
                  <a:pt x="10492" y="40630"/>
                  <a:pt x="15255" y="42751"/>
                  <a:pt x="17115" y="46881"/>
                </a:cubicBezTo>
                <a:lnTo>
                  <a:pt x="17450" y="47737"/>
                </a:lnTo>
                <a:lnTo>
                  <a:pt x="24854" y="69986"/>
                </a:lnTo>
                <a:lnTo>
                  <a:pt x="53280" y="77725"/>
                </a:lnTo>
                <a:lnTo>
                  <a:pt x="29431" y="53876"/>
                </a:lnTo>
                <a:cubicBezTo>
                  <a:pt x="27124" y="51569"/>
                  <a:pt x="26268" y="48183"/>
                  <a:pt x="27161" y="45058"/>
                </a:cubicBezTo>
                <a:lnTo>
                  <a:pt x="42044" y="-5544"/>
                </a:lnTo>
                <a:lnTo>
                  <a:pt x="42342" y="-6400"/>
                </a:lnTo>
                <a:cubicBezTo>
                  <a:pt x="44053" y="-10604"/>
                  <a:pt x="48704" y="-12874"/>
                  <a:pt x="53132" y="-11571"/>
                </a:cubicBezTo>
                <a:cubicBezTo>
                  <a:pt x="57559" y="-10269"/>
                  <a:pt x="60201" y="-5804"/>
                  <a:pt x="59382" y="-1377"/>
                </a:cubicBezTo>
                <a:lnTo>
                  <a:pt x="59159" y="-484"/>
                </a:lnTo>
                <a:lnTo>
                  <a:pt x="45765" y="45021"/>
                </a:lnTo>
                <a:lnTo>
                  <a:pt x="65484" y="64740"/>
                </a:lnTo>
                <a:cubicBezTo>
                  <a:pt x="65856" y="48630"/>
                  <a:pt x="79028" y="35682"/>
                  <a:pt x="95213" y="35682"/>
                </a:cubicBezTo>
                <a:cubicBezTo>
                  <a:pt x="111398" y="35682"/>
                  <a:pt x="124569" y="48630"/>
                  <a:pt x="124941" y="64777"/>
                </a:cubicBezTo>
                <a:lnTo>
                  <a:pt x="144698" y="45021"/>
                </a:lnTo>
                <a:lnTo>
                  <a:pt x="131304" y="-484"/>
                </a:lnTo>
                <a:lnTo>
                  <a:pt x="131080" y="-1377"/>
                </a:lnTo>
                <a:cubicBezTo>
                  <a:pt x="130262" y="-5842"/>
                  <a:pt x="132904" y="-10269"/>
                  <a:pt x="137331" y="-1157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4420" y="1760218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scraper.py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4420" y="2026918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730" y="2297428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5790" y="2400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9650" y="39510"/>
                </a:moveTo>
                <a:cubicBezTo>
                  <a:pt x="119729" y="40682"/>
                  <a:pt x="119729" y="41880"/>
                  <a:pt x="119729" y="43052"/>
                </a:cubicBezTo>
                <a:cubicBezTo>
                  <a:pt x="119729" y="79177"/>
                  <a:pt x="92225" y="120822"/>
                  <a:pt x="41958" y="120822"/>
                </a:cubicBezTo>
                <a:cubicBezTo>
                  <a:pt x="26462" y="120822"/>
                  <a:pt x="12085" y="116343"/>
                  <a:pt x="0" y="108555"/>
                </a:cubicBezTo>
                <a:cubicBezTo>
                  <a:pt x="2188" y="108816"/>
                  <a:pt x="4323" y="108894"/>
                  <a:pt x="6589" y="108894"/>
                </a:cubicBezTo>
                <a:cubicBezTo>
                  <a:pt x="19377" y="108894"/>
                  <a:pt x="31124" y="104570"/>
                  <a:pt x="40526" y="97226"/>
                </a:cubicBezTo>
                <a:cubicBezTo>
                  <a:pt x="28519" y="96965"/>
                  <a:pt x="18440" y="89100"/>
                  <a:pt x="14976" y="78265"/>
                </a:cubicBezTo>
                <a:cubicBezTo>
                  <a:pt x="16669" y="78525"/>
                  <a:pt x="18362" y="78682"/>
                  <a:pt x="20133" y="78682"/>
                </a:cubicBezTo>
                <a:cubicBezTo>
                  <a:pt x="22581" y="78682"/>
                  <a:pt x="25029" y="78343"/>
                  <a:pt x="27321" y="77744"/>
                </a:cubicBezTo>
                <a:cubicBezTo>
                  <a:pt x="14794" y="75218"/>
                  <a:pt x="5417" y="64201"/>
                  <a:pt x="5417" y="50918"/>
                </a:cubicBezTo>
                <a:lnTo>
                  <a:pt x="5417" y="50579"/>
                </a:lnTo>
                <a:cubicBezTo>
                  <a:pt x="9064" y="52611"/>
                  <a:pt x="13283" y="53887"/>
                  <a:pt x="17763" y="54043"/>
                </a:cubicBezTo>
                <a:cubicBezTo>
                  <a:pt x="10392" y="49147"/>
                  <a:pt x="5574" y="40760"/>
                  <a:pt x="5574" y="31280"/>
                </a:cubicBezTo>
                <a:cubicBezTo>
                  <a:pt x="5574" y="26201"/>
                  <a:pt x="6928" y="21539"/>
                  <a:pt x="9298" y="17476"/>
                </a:cubicBezTo>
                <a:cubicBezTo>
                  <a:pt x="22763" y="34067"/>
                  <a:pt x="42974" y="44901"/>
                  <a:pt x="65659" y="46073"/>
                </a:cubicBezTo>
                <a:cubicBezTo>
                  <a:pt x="65243" y="44042"/>
                  <a:pt x="64982" y="41932"/>
                  <a:pt x="64982" y="39823"/>
                </a:cubicBezTo>
                <a:cubicBezTo>
                  <a:pt x="64982" y="24769"/>
                  <a:pt x="77171" y="12502"/>
                  <a:pt x="92303" y="12502"/>
                </a:cubicBezTo>
                <a:cubicBezTo>
                  <a:pt x="100169" y="12502"/>
                  <a:pt x="107279" y="15809"/>
                  <a:pt x="112280" y="21122"/>
                </a:cubicBezTo>
                <a:cubicBezTo>
                  <a:pt x="118452" y="19950"/>
                  <a:pt x="124391" y="17658"/>
                  <a:pt x="129626" y="14533"/>
                </a:cubicBezTo>
                <a:cubicBezTo>
                  <a:pt x="127594" y="20888"/>
                  <a:pt x="123271" y="26201"/>
                  <a:pt x="117619" y="29587"/>
                </a:cubicBezTo>
                <a:cubicBezTo>
                  <a:pt x="123114" y="28988"/>
                  <a:pt x="128454" y="27477"/>
                  <a:pt x="133350" y="25368"/>
                </a:cubicBezTo>
                <a:cubicBezTo>
                  <a:pt x="129626" y="30785"/>
                  <a:pt x="124964" y="35603"/>
                  <a:pt x="119650" y="395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340" y="2377446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Twitter/X API v2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6740" y="2606046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Tweepy Bearer Token pour accès authentifié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730" y="2903103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790" y="3005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ubicBezTo>
                  <a:pt x="133350" y="103503"/>
                  <a:pt x="103503" y="133350"/>
                  <a:pt x="66675" y="133350"/>
                </a:cubicBezTo>
                <a:lnTo>
                  <a:pt x="9663" y="133350"/>
                </a:lnTo>
                <a:cubicBezTo>
                  <a:pt x="6095" y="133350"/>
                  <a:pt x="4323" y="129053"/>
                  <a:pt x="6824" y="126526"/>
                </a:cubicBezTo>
                <a:lnTo>
                  <a:pt x="19534" y="113816"/>
                </a:lnTo>
                <a:cubicBezTo>
                  <a:pt x="7475" y="101758"/>
                  <a:pt x="0" y="85089"/>
                  <a:pt x="0" y="66675"/>
                </a:cubicBezTo>
                <a:close/>
                <a:moveTo>
                  <a:pt x="91053" y="40005"/>
                </a:moveTo>
                <a:cubicBezTo>
                  <a:pt x="97200" y="40005"/>
                  <a:pt x="102174" y="35030"/>
                  <a:pt x="102174" y="28884"/>
                </a:cubicBezTo>
                <a:cubicBezTo>
                  <a:pt x="102174" y="22737"/>
                  <a:pt x="97200" y="17763"/>
                  <a:pt x="91053" y="17763"/>
                </a:cubicBezTo>
                <a:cubicBezTo>
                  <a:pt x="85688" y="17763"/>
                  <a:pt x="81208" y="21565"/>
                  <a:pt x="80166" y="26618"/>
                </a:cubicBezTo>
                <a:cubicBezTo>
                  <a:pt x="71181" y="27582"/>
                  <a:pt x="64175" y="35213"/>
                  <a:pt x="64175" y="44433"/>
                </a:cubicBezTo>
                <a:lnTo>
                  <a:pt x="64175" y="44485"/>
                </a:lnTo>
                <a:cubicBezTo>
                  <a:pt x="54408" y="44901"/>
                  <a:pt x="45474" y="47688"/>
                  <a:pt x="38390" y="52064"/>
                </a:cubicBezTo>
                <a:cubicBezTo>
                  <a:pt x="35760" y="50032"/>
                  <a:pt x="32452" y="48808"/>
                  <a:pt x="28884" y="48808"/>
                </a:cubicBezTo>
                <a:cubicBezTo>
                  <a:pt x="20289" y="48808"/>
                  <a:pt x="13309" y="55788"/>
                  <a:pt x="13309" y="64383"/>
                </a:cubicBezTo>
                <a:cubicBezTo>
                  <a:pt x="13309" y="70634"/>
                  <a:pt x="16981" y="75999"/>
                  <a:pt x="22268" y="78473"/>
                </a:cubicBezTo>
                <a:cubicBezTo>
                  <a:pt x="22789" y="96549"/>
                  <a:pt x="42479" y="111082"/>
                  <a:pt x="66701" y="111082"/>
                </a:cubicBezTo>
                <a:cubicBezTo>
                  <a:pt x="90923" y="111082"/>
                  <a:pt x="110639" y="96522"/>
                  <a:pt x="111134" y="78447"/>
                </a:cubicBezTo>
                <a:cubicBezTo>
                  <a:pt x="116395" y="75947"/>
                  <a:pt x="120015" y="70582"/>
                  <a:pt x="120015" y="64383"/>
                </a:cubicBezTo>
                <a:cubicBezTo>
                  <a:pt x="120015" y="55788"/>
                  <a:pt x="113035" y="48808"/>
                  <a:pt x="104440" y="48808"/>
                </a:cubicBezTo>
                <a:cubicBezTo>
                  <a:pt x="100872" y="48808"/>
                  <a:pt x="97590" y="50006"/>
                  <a:pt x="94960" y="52038"/>
                </a:cubicBezTo>
                <a:cubicBezTo>
                  <a:pt x="87823" y="47610"/>
                  <a:pt x="78786" y="44823"/>
                  <a:pt x="68915" y="44459"/>
                </a:cubicBezTo>
                <a:lnTo>
                  <a:pt x="68915" y="44407"/>
                </a:lnTo>
                <a:cubicBezTo>
                  <a:pt x="68915" y="37791"/>
                  <a:pt x="73837" y="32296"/>
                  <a:pt x="80218" y="31410"/>
                </a:cubicBezTo>
                <a:cubicBezTo>
                  <a:pt x="81364" y="36307"/>
                  <a:pt x="85766" y="39953"/>
                  <a:pt x="91027" y="39953"/>
                </a:cubicBezTo>
                <a:lnTo>
                  <a:pt x="91053" y="40005"/>
                </a:lnTo>
                <a:close/>
                <a:moveTo>
                  <a:pt x="46126" y="64305"/>
                </a:moveTo>
                <a:cubicBezTo>
                  <a:pt x="50475" y="64305"/>
                  <a:pt x="53809" y="68889"/>
                  <a:pt x="53548" y="74541"/>
                </a:cubicBezTo>
                <a:cubicBezTo>
                  <a:pt x="53288" y="80192"/>
                  <a:pt x="50032" y="82250"/>
                  <a:pt x="45657" y="82250"/>
                </a:cubicBezTo>
                <a:cubicBezTo>
                  <a:pt x="41281" y="82250"/>
                  <a:pt x="37479" y="79958"/>
                  <a:pt x="37739" y="74306"/>
                </a:cubicBezTo>
                <a:cubicBezTo>
                  <a:pt x="38000" y="68654"/>
                  <a:pt x="41750" y="64331"/>
                  <a:pt x="46100" y="64331"/>
                </a:cubicBezTo>
                <a:lnTo>
                  <a:pt x="46126" y="64305"/>
                </a:lnTo>
                <a:close/>
                <a:moveTo>
                  <a:pt x="95637" y="74280"/>
                </a:moveTo>
                <a:cubicBezTo>
                  <a:pt x="95897" y="79932"/>
                  <a:pt x="92069" y="82224"/>
                  <a:pt x="87719" y="82224"/>
                </a:cubicBezTo>
                <a:cubicBezTo>
                  <a:pt x="83370" y="82224"/>
                  <a:pt x="80088" y="80166"/>
                  <a:pt x="79828" y="74515"/>
                </a:cubicBezTo>
                <a:cubicBezTo>
                  <a:pt x="79567" y="68863"/>
                  <a:pt x="82901" y="64279"/>
                  <a:pt x="87250" y="64279"/>
                </a:cubicBezTo>
                <a:cubicBezTo>
                  <a:pt x="91600" y="64279"/>
                  <a:pt x="95377" y="68602"/>
                  <a:pt x="95611" y="74254"/>
                </a:cubicBezTo>
                <a:lnTo>
                  <a:pt x="95637" y="74280"/>
                </a:lnTo>
                <a:close/>
                <a:moveTo>
                  <a:pt x="83109" y="89048"/>
                </a:moveTo>
                <a:cubicBezTo>
                  <a:pt x="80427" y="95455"/>
                  <a:pt x="74098" y="99960"/>
                  <a:pt x="66701" y="99960"/>
                </a:cubicBezTo>
                <a:cubicBezTo>
                  <a:pt x="59304" y="99960"/>
                  <a:pt x="52975" y="95455"/>
                  <a:pt x="50293" y="89048"/>
                </a:cubicBezTo>
                <a:cubicBezTo>
                  <a:pt x="49980" y="88292"/>
                  <a:pt x="50501" y="87433"/>
                  <a:pt x="51308" y="87355"/>
                </a:cubicBezTo>
                <a:cubicBezTo>
                  <a:pt x="56101" y="86860"/>
                  <a:pt x="61284" y="86599"/>
                  <a:pt x="66701" y="86599"/>
                </a:cubicBezTo>
                <a:cubicBezTo>
                  <a:pt x="72118" y="86599"/>
                  <a:pt x="77301" y="86860"/>
                  <a:pt x="82094" y="87355"/>
                </a:cubicBezTo>
                <a:cubicBezTo>
                  <a:pt x="82901" y="87433"/>
                  <a:pt x="83422" y="88292"/>
                  <a:pt x="83109" y="8904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5340" y="2983111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Reddit/PRAW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6740" y="3211711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r/Morocco, r/Maroc, r/maghreb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730" y="3508777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5790" y="361164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5340" y="3588786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6740" y="3817386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Backoff 15 min auto, écriture atomique .tmp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6730" y="6000756"/>
            <a:ext cx="3455670" cy="350520"/>
          </a:xfrm>
          <a:prstGeom prst="roundRect">
            <a:avLst>
              <a:gd name="adj" fmla="val 2173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39253" y="61036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2003" y="6080764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APScheduler 60s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5531" y="1642110"/>
            <a:ext cx="3703320" cy="4827270"/>
          </a:xfrm>
          <a:prstGeom prst="roundRect">
            <a:avLst>
              <a:gd name="adj" fmla="val 4115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5400000" scaled="1"/>
          </a:gradFill>
          <a:ln w="1016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63641" y="1760218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08897" y="18935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5141" y="1760218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5141" y="2026918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Endpoints REST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67451" y="2297428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47461" y="2339346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/api/feed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2977" y="2377446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14288"/>
                </a:moveTo>
                <a:cubicBezTo>
                  <a:pt x="0" y="10336"/>
                  <a:pt x="3192" y="7144"/>
                  <a:pt x="7144" y="7144"/>
                </a:cubicBezTo>
                <a:cubicBezTo>
                  <a:pt x="58445" y="7144"/>
                  <a:pt x="100013" y="48711"/>
                  <a:pt x="100013" y="100013"/>
                </a:cubicBezTo>
                <a:cubicBezTo>
                  <a:pt x="100013" y="103964"/>
                  <a:pt x="96820" y="107156"/>
                  <a:pt x="92869" y="107156"/>
                </a:cubicBezTo>
                <a:cubicBezTo>
                  <a:pt x="88917" y="107156"/>
                  <a:pt x="85725" y="103964"/>
                  <a:pt x="85725" y="100013"/>
                </a:cubicBezTo>
                <a:cubicBezTo>
                  <a:pt x="85725" y="56614"/>
                  <a:pt x="50542" y="21431"/>
                  <a:pt x="7144" y="21431"/>
                </a:cubicBezTo>
                <a:cubicBezTo>
                  <a:pt x="3192" y="21431"/>
                  <a:pt x="0" y="18239"/>
                  <a:pt x="0" y="14288"/>
                </a:cubicBezTo>
                <a:close/>
                <a:moveTo>
                  <a:pt x="0" y="92869"/>
                </a:moveTo>
                <a:cubicBezTo>
                  <a:pt x="0" y="84983"/>
                  <a:pt x="6402" y="78581"/>
                  <a:pt x="14287" y="78581"/>
                </a:cubicBezTo>
                <a:cubicBezTo>
                  <a:pt x="22173" y="78581"/>
                  <a:pt x="28575" y="84983"/>
                  <a:pt x="28575" y="92869"/>
                </a:cubicBezTo>
                <a:cubicBezTo>
                  <a:pt x="28575" y="100754"/>
                  <a:pt x="22173" y="107156"/>
                  <a:pt x="14288" y="107156"/>
                </a:cubicBezTo>
                <a:cubicBezTo>
                  <a:pt x="6402" y="107156"/>
                  <a:pt x="0" y="100754"/>
                  <a:pt x="0" y="92869"/>
                </a:cubicBezTo>
                <a:close/>
                <a:moveTo>
                  <a:pt x="7144" y="35719"/>
                </a:moveTo>
                <a:cubicBezTo>
                  <a:pt x="42662" y="35719"/>
                  <a:pt x="71438" y="64495"/>
                  <a:pt x="71438" y="100013"/>
                </a:cubicBezTo>
                <a:cubicBezTo>
                  <a:pt x="71438" y="103964"/>
                  <a:pt x="68245" y="107156"/>
                  <a:pt x="64294" y="107156"/>
                </a:cubicBezTo>
                <a:cubicBezTo>
                  <a:pt x="60342" y="107156"/>
                  <a:pt x="57150" y="103964"/>
                  <a:pt x="57150" y="100013"/>
                </a:cubicBezTo>
                <a:cubicBezTo>
                  <a:pt x="57150" y="72397"/>
                  <a:pt x="34759" y="50006"/>
                  <a:pt x="7144" y="50006"/>
                </a:cubicBezTo>
                <a:cubicBezTo>
                  <a:pt x="3192" y="50006"/>
                  <a:pt x="0" y="46814"/>
                  <a:pt x="0" y="42863"/>
                </a:cubicBezTo>
                <a:cubicBezTo>
                  <a:pt x="0" y="38911"/>
                  <a:pt x="3192" y="35719"/>
                  <a:pt x="7144" y="3571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67451" y="2617474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47461" y="2659382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/api/heatmap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2977" y="269748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35830" y="-5894"/>
                </a:moveTo>
                <a:cubicBezTo>
                  <a:pt x="37907" y="-7635"/>
                  <a:pt x="40965" y="-7568"/>
                  <a:pt x="42952" y="-5693"/>
                </a:cubicBezTo>
                <a:cubicBezTo>
                  <a:pt x="45698" y="-3103"/>
                  <a:pt x="48153" y="-246"/>
                  <a:pt x="50520" y="2657"/>
                </a:cubicBezTo>
                <a:cubicBezTo>
                  <a:pt x="53533" y="6340"/>
                  <a:pt x="57150" y="11207"/>
                  <a:pt x="60633" y="16989"/>
                </a:cubicBezTo>
                <a:cubicBezTo>
                  <a:pt x="61793" y="15471"/>
                  <a:pt x="62865" y="14131"/>
                  <a:pt x="63803" y="12993"/>
                </a:cubicBezTo>
                <a:cubicBezTo>
                  <a:pt x="64048" y="12702"/>
                  <a:pt x="64294" y="12390"/>
                  <a:pt x="64539" y="12077"/>
                </a:cubicBezTo>
                <a:cubicBezTo>
                  <a:pt x="66303" y="9890"/>
                  <a:pt x="68491" y="7144"/>
                  <a:pt x="71415" y="7144"/>
                </a:cubicBezTo>
                <a:cubicBezTo>
                  <a:pt x="74407" y="7144"/>
                  <a:pt x="76505" y="9800"/>
                  <a:pt x="78291" y="12077"/>
                </a:cubicBezTo>
                <a:cubicBezTo>
                  <a:pt x="78581" y="12457"/>
                  <a:pt x="78871" y="12814"/>
                  <a:pt x="79162" y="13149"/>
                </a:cubicBezTo>
                <a:cubicBezTo>
                  <a:pt x="81461" y="15917"/>
                  <a:pt x="84519" y="19913"/>
                  <a:pt x="87578" y="24847"/>
                </a:cubicBezTo>
                <a:cubicBezTo>
                  <a:pt x="93650" y="34647"/>
                  <a:pt x="99990" y="48600"/>
                  <a:pt x="99990" y="64271"/>
                </a:cubicBezTo>
                <a:cubicBezTo>
                  <a:pt x="99990" y="91886"/>
                  <a:pt x="77599" y="114278"/>
                  <a:pt x="49984" y="114278"/>
                </a:cubicBezTo>
                <a:cubicBezTo>
                  <a:pt x="22369" y="114278"/>
                  <a:pt x="0" y="91909"/>
                  <a:pt x="0" y="64294"/>
                </a:cubicBezTo>
                <a:cubicBezTo>
                  <a:pt x="0" y="43956"/>
                  <a:pt x="9175" y="26343"/>
                  <a:pt x="17971" y="14064"/>
                </a:cubicBezTo>
                <a:cubicBezTo>
                  <a:pt x="22414" y="7880"/>
                  <a:pt x="26834" y="2924"/>
                  <a:pt x="30160" y="-469"/>
                </a:cubicBezTo>
                <a:cubicBezTo>
                  <a:pt x="31991" y="-2344"/>
                  <a:pt x="33844" y="-4197"/>
                  <a:pt x="35853" y="-5871"/>
                </a:cubicBezTo>
                <a:close/>
                <a:moveTo>
                  <a:pt x="50386" y="92869"/>
                </a:moveTo>
                <a:cubicBezTo>
                  <a:pt x="56034" y="92869"/>
                  <a:pt x="61034" y="91306"/>
                  <a:pt x="65745" y="88181"/>
                </a:cubicBezTo>
                <a:cubicBezTo>
                  <a:pt x="75143" y="81617"/>
                  <a:pt x="77666" y="68491"/>
                  <a:pt x="72018" y="58177"/>
                </a:cubicBezTo>
                <a:cubicBezTo>
                  <a:pt x="71013" y="56168"/>
                  <a:pt x="68446" y="56034"/>
                  <a:pt x="66995" y="57730"/>
                </a:cubicBezTo>
                <a:lnTo>
                  <a:pt x="61369" y="64271"/>
                </a:lnTo>
                <a:cubicBezTo>
                  <a:pt x="59896" y="65968"/>
                  <a:pt x="57239" y="65923"/>
                  <a:pt x="55855" y="64160"/>
                </a:cubicBezTo>
                <a:cubicBezTo>
                  <a:pt x="51993" y="59226"/>
                  <a:pt x="44894" y="50229"/>
                  <a:pt x="41277" y="45631"/>
                </a:cubicBezTo>
                <a:cubicBezTo>
                  <a:pt x="40072" y="44090"/>
                  <a:pt x="37884" y="43845"/>
                  <a:pt x="36478" y="45207"/>
                </a:cubicBezTo>
                <a:cubicBezTo>
                  <a:pt x="32392" y="49180"/>
                  <a:pt x="24981" y="57887"/>
                  <a:pt x="24981" y="68491"/>
                </a:cubicBezTo>
                <a:cubicBezTo>
                  <a:pt x="24981" y="83805"/>
                  <a:pt x="36277" y="92869"/>
                  <a:pt x="50363" y="9286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67451" y="2937510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47461" y="2979418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/api/velocity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15833" y="30175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  <a:moveTo>
                  <a:pt x="64294" y="21431"/>
                </a:moveTo>
                <a:cubicBezTo>
                  <a:pt x="64294" y="17489"/>
                  <a:pt x="61093" y="14288"/>
                  <a:pt x="57150" y="14288"/>
                </a:cubicBezTo>
                <a:cubicBezTo>
                  <a:pt x="53207" y="14288"/>
                  <a:pt x="50006" y="17489"/>
                  <a:pt x="50006" y="21431"/>
                </a:cubicBezTo>
                <a:cubicBezTo>
                  <a:pt x="50006" y="25374"/>
                  <a:pt x="53207" y="28575"/>
                  <a:pt x="57150" y="28575"/>
                </a:cubicBezTo>
                <a:cubicBezTo>
                  <a:pt x="61093" y="28575"/>
                  <a:pt x="64294" y="25374"/>
                  <a:pt x="64294" y="21431"/>
                </a:cubicBezTo>
                <a:close/>
                <a:moveTo>
                  <a:pt x="57150" y="92869"/>
                </a:moveTo>
                <a:cubicBezTo>
                  <a:pt x="65030" y="92869"/>
                  <a:pt x="71438" y="86462"/>
                  <a:pt x="71438" y="78581"/>
                </a:cubicBezTo>
                <a:cubicBezTo>
                  <a:pt x="71438" y="74965"/>
                  <a:pt x="70098" y="71638"/>
                  <a:pt x="67866" y="69138"/>
                </a:cubicBezTo>
                <a:lnTo>
                  <a:pt x="83381" y="38130"/>
                </a:lnTo>
                <a:cubicBezTo>
                  <a:pt x="84698" y="35473"/>
                  <a:pt x="83627" y="32258"/>
                  <a:pt x="80992" y="30941"/>
                </a:cubicBezTo>
                <a:cubicBezTo>
                  <a:pt x="78358" y="29624"/>
                  <a:pt x="75121" y="30696"/>
                  <a:pt x="73804" y="33330"/>
                </a:cubicBezTo>
                <a:lnTo>
                  <a:pt x="58289" y="64338"/>
                </a:lnTo>
                <a:cubicBezTo>
                  <a:pt x="57909" y="64316"/>
                  <a:pt x="57530" y="64294"/>
                  <a:pt x="57150" y="64294"/>
                </a:cubicBezTo>
                <a:cubicBezTo>
                  <a:pt x="49270" y="64294"/>
                  <a:pt x="42863" y="70701"/>
                  <a:pt x="42863" y="78581"/>
                </a:cubicBezTo>
                <a:cubicBezTo>
                  <a:pt x="42863" y="86462"/>
                  <a:pt x="49270" y="92869"/>
                  <a:pt x="57150" y="92869"/>
                </a:cubicBezTo>
                <a:close/>
                <a:moveTo>
                  <a:pt x="39291" y="32147"/>
                </a:moveTo>
                <a:cubicBezTo>
                  <a:pt x="39291" y="28204"/>
                  <a:pt x="36090" y="25003"/>
                  <a:pt x="32147" y="25003"/>
                </a:cubicBezTo>
                <a:cubicBezTo>
                  <a:pt x="28204" y="25003"/>
                  <a:pt x="25003" y="28204"/>
                  <a:pt x="25003" y="32147"/>
                </a:cubicBezTo>
                <a:cubicBezTo>
                  <a:pt x="25003" y="36090"/>
                  <a:pt x="28204" y="39291"/>
                  <a:pt x="32147" y="39291"/>
                </a:cubicBezTo>
                <a:cubicBezTo>
                  <a:pt x="36090" y="39291"/>
                  <a:pt x="39291" y="36090"/>
                  <a:pt x="39291" y="32147"/>
                </a:cubicBezTo>
                <a:close/>
                <a:moveTo>
                  <a:pt x="21431" y="64294"/>
                </a:moveTo>
                <a:cubicBezTo>
                  <a:pt x="25374" y="64294"/>
                  <a:pt x="28575" y="61093"/>
                  <a:pt x="28575" y="57150"/>
                </a:cubicBezTo>
                <a:cubicBezTo>
                  <a:pt x="28575" y="53207"/>
                  <a:pt x="25374" y="50006"/>
                  <a:pt x="21431" y="50006"/>
                </a:cubicBezTo>
                <a:cubicBezTo>
                  <a:pt x="17489" y="50006"/>
                  <a:pt x="14288" y="53207"/>
                  <a:pt x="14288" y="57150"/>
                </a:cubicBezTo>
                <a:cubicBezTo>
                  <a:pt x="14288" y="61093"/>
                  <a:pt x="17489" y="64294"/>
                  <a:pt x="21431" y="64294"/>
                </a:cubicBezTo>
                <a:close/>
                <a:moveTo>
                  <a:pt x="100013" y="57150"/>
                </a:moveTo>
                <a:cubicBezTo>
                  <a:pt x="100013" y="53207"/>
                  <a:pt x="96811" y="50006"/>
                  <a:pt x="92869" y="50006"/>
                </a:cubicBezTo>
                <a:cubicBezTo>
                  <a:pt x="88926" y="50006"/>
                  <a:pt x="85725" y="53207"/>
                  <a:pt x="85725" y="57150"/>
                </a:cubicBezTo>
                <a:cubicBezTo>
                  <a:pt x="85725" y="61093"/>
                  <a:pt x="88926" y="64294"/>
                  <a:pt x="92869" y="64294"/>
                </a:cubicBezTo>
                <a:cubicBezTo>
                  <a:pt x="96811" y="64294"/>
                  <a:pt x="100013" y="61093"/>
                  <a:pt x="100013" y="5715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67451" y="3257556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47461" y="3299464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/api/alerts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2977" y="33375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0006" y="0"/>
                </a:moveTo>
                <a:cubicBezTo>
                  <a:pt x="46055" y="0"/>
                  <a:pt x="42863" y="3192"/>
                  <a:pt x="42863" y="7144"/>
                </a:cubicBezTo>
                <a:lnTo>
                  <a:pt x="42863" y="7858"/>
                </a:lnTo>
                <a:cubicBezTo>
                  <a:pt x="26566" y="11162"/>
                  <a:pt x="14288" y="25584"/>
                  <a:pt x="14288" y="42863"/>
                </a:cubicBezTo>
                <a:lnTo>
                  <a:pt x="14288" y="47707"/>
                </a:lnTo>
                <a:cubicBezTo>
                  <a:pt x="14288" y="58445"/>
                  <a:pt x="10626" y="68870"/>
                  <a:pt x="3929" y="77264"/>
                </a:cubicBezTo>
                <a:lnTo>
                  <a:pt x="1741" y="79988"/>
                </a:lnTo>
                <a:cubicBezTo>
                  <a:pt x="603" y="81394"/>
                  <a:pt x="0" y="83135"/>
                  <a:pt x="0" y="84944"/>
                </a:cubicBezTo>
                <a:cubicBezTo>
                  <a:pt x="0" y="89319"/>
                  <a:pt x="3550" y="92869"/>
                  <a:pt x="7925" y="92869"/>
                </a:cubicBezTo>
                <a:lnTo>
                  <a:pt x="92065" y="92869"/>
                </a:lnTo>
                <a:cubicBezTo>
                  <a:pt x="96441" y="92869"/>
                  <a:pt x="99990" y="89319"/>
                  <a:pt x="99990" y="84944"/>
                </a:cubicBezTo>
                <a:cubicBezTo>
                  <a:pt x="99990" y="83135"/>
                  <a:pt x="99387" y="81394"/>
                  <a:pt x="98249" y="79988"/>
                </a:cubicBezTo>
                <a:lnTo>
                  <a:pt x="96061" y="77264"/>
                </a:lnTo>
                <a:cubicBezTo>
                  <a:pt x="89386" y="68870"/>
                  <a:pt x="85725" y="58445"/>
                  <a:pt x="85725" y="47707"/>
                </a:cubicBezTo>
                <a:lnTo>
                  <a:pt x="85725" y="42863"/>
                </a:lnTo>
                <a:cubicBezTo>
                  <a:pt x="85725" y="25584"/>
                  <a:pt x="73447" y="11162"/>
                  <a:pt x="57150" y="7858"/>
                </a:cubicBezTo>
                <a:lnTo>
                  <a:pt x="57150" y="7144"/>
                </a:lnTo>
                <a:cubicBezTo>
                  <a:pt x="57150" y="3192"/>
                  <a:pt x="53958" y="0"/>
                  <a:pt x="50006" y="0"/>
                </a:cubicBezTo>
                <a:close/>
                <a:moveTo>
                  <a:pt x="36165" y="103584"/>
                </a:moveTo>
                <a:cubicBezTo>
                  <a:pt x="37750" y="109746"/>
                  <a:pt x="43354" y="114300"/>
                  <a:pt x="50006" y="114300"/>
                </a:cubicBezTo>
                <a:cubicBezTo>
                  <a:pt x="56659" y="114300"/>
                  <a:pt x="62262" y="109746"/>
                  <a:pt x="63847" y="103584"/>
                </a:cubicBezTo>
                <a:lnTo>
                  <a:pt x="36165" y="103584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367451" y="3577592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47461" y="36195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/api/pipeline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15833" y="3657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7859"/>
                </a:moveTo>
                <a:cubicBezTo>
                  <a:pt x="0" y="11943"/>
                  <a:pt x="4800" y="7144"/>
                  <a:pt x="10716" y="7144"/>
                </a:cubicBezTo>
                <a:lnTo>
                  <a:pt x="32147" y="7144"/>
                </a:lnTo>
                <a:cubicBezTo>
                  <a:pt x="38063" y="7144"/>
                  <a:pt x="42863" y="11943"/>
                  <a:pt x="42863" y="17859"/>
                </a:cubicBezTo>
                <a:lnTo>
                  <a:pt x="42863" y="21431"/>
                </a:lnTo>
                <a:lnTo>
                  <a:pt x="71438" y="21431"/>
                </a:lnTo>
                <a:lnTo>
                  <a:pt x="71438" y="17859"/>
                </a:lnTo>
                <a:cubicBezTo>
                  <a:pt x="71438" y="11943"/>
                  <a:pt x="76237" y="7144"/>
                  <a:pt x="82153" y="7144"/>
                </a:cubicBezTo>
                <a:lnTo>
                  <a:pt x="103584" y="7144"/>
                </a:lnTo>
                <a:cubicBezTo>
                  <a:pt x="109500" y="7144"/>
                  <a:pt x="114300" y="11943"/>
                  <a:pt x="114300" y="17859"/>
                </a:cubicBezTo>
                <a:lnTo>
                  <a:pt x="114300" y="39291"/>
                </a:lnTo>
                <a:cubicBezTo>
                  <a:pt x="114300" y="45207"/>
                  <a:pt x="109500" y="50006"/>
                  <a:pt x="103584" y="50006"/>
                </a:cubicBezTo>
                <a:lnTo>
                  <a:pt x="82153" y="50006"/>
                </a:lnTo>
                <a:cubicBezTo>
                  <a:pt x="76237" y="50006"/>
                  <a:pt x="71438" y="45207"/>
                  <a:pt x="71438" y="39291"/>
                </a:cubicBezTo>
                <a:lnTo>
                  <a:pt x="71438" y="35719"/>
                </a:lnTo>
                <a:lnTo>
                  <a:pt x="42863" y="35719"/>
                </a:lnTo>
                <a:lnTo>
                  <a:pt x="42863" y="39291"/>
                </a:lnTo>
                <a:cubicBezTo>
                  <a:pt x="42863" y="40920"/>
                  <a:pt x="42483" y="42483"/>
                  <a:pt x="41836" y="43867"/>
                </a:cubicBezTo>
                <a:lnTo>
                  <a:pt x="57150" y="64294"/>
                </a:lnTo>
                <a:lnTo>
                  <a:pt x="75009" y="64294"/>
                </a:lnTo>
                <a:cubicBezTo>
                  <a:pt x="80925" y="64294"/>
                  <a:pt x="85725" y="69093"/>
                  <a:pt x="85725" y="75009"/>
                </a:cubicBezTo>
                <a:lnTo>
                  <a:pt x="85725" y="96441"/>
                </a:lnTo>
                <a:cubicBezTo>
                  <a:pt x="85725" y="102357"/>
                  <a:pt x="80925" y="107156"/>
                  <a:pt x="75009" y="107156"/>
                </a:cubicBezTo>
                <a:lnTo>
                  <a:pt x="53578" y="107156"/>
                </a:lnTo>
                <a:cubicBezTo>
                  <a:pt x="47662" y="107156"/>
                  <a:pt x="42863" y="102357"/>
                  <a:pt x="42863" y="96441"/>
                </a:cubicBezTo>
                <a:lnTo>
                  <a:pt x="42863" y="75009"/>
                </a:lnTo>
                <a:cubicBezTo>
                  <a:pt x="42863" y="73380"/>
                  <a:pt x="43242" y="71817"/>
                  <a:pt x="43889" y="70433"/>
                </a:cubicBezTo>
                <a:lnTo>
                  <a:pt x="28575" y="50006"/>
                </a:lnTo>
                <a:lnTo>
                  <a:pt x="10716" y="50006"/>
                </a:lnTo>
                <a:cubicBezTo>
                  <a:pt x="4800" y="50006"/>
                  <a:pt x="0" y="45207"/>
                  <a:pt x="0" y="39291"/>
                </a:cubicBezTo>
                <a:lnTo>
                  <a:pt x="0" y="1785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67451" y="3897628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47461" y="3939546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/api/hashtags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15833" y="39776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47930" y="156"/>
                </a:moveTo>
                <a:cubicBezTo>
                  <a:pt x="51792" y="982"/>
                  <a:pt x="54248" y="4777"/>
                  <a:pt x="53422" y="8639"/>
                </a:cubicBezTo>
                <a:lnTo>
                  <a:pt x="49158" y="28575"/>
                </a:lnTo>
                <a:lnTo>
                  <a:pt x="77398" y="28575"/>
                </a:lnTo>
                <a:lnTo>
                  <a:pt x="82309" y="5648"/>
                </a:lnTo>
                <a:cubicBezTo>
                  <a:pt x="83135" y="1786"/>
                  <a:pt x="86931" y="-670"/>
                  <a:pt x="90793" y="156"/>
                </a:cubicBezTo>
                <a:cubicBezTo>
                  <a:pt x="94655" y="982"/>
                  <a:pt x="97110" y="4777"/>
                  <a:pt x="96284" y="8639"/>
                </a:cubicBezTo>
                <a:lnTo>
                  <a:pt x="92020" y="28575"/>
                </a:lnTo>
                <a:lnTo>
                  <a:pt x="107156" y="28575"/>
                </a:lnTo>
                <a:cubicBezTo>
                  <a:pt x="111108" y="28575"/>
                  <a:pt x="114300" y="31767"/>
                  <a:pt x="114300" y="35719"/>
                </a:cubicBezTo>
                <a:cubicBezTo>
                  <a:pt x="114300" y="39670"/>
                  <a:pt x="111108" y="42863"/>
                  <a:pt x="107156" y="42863"/>
                </a:cubicBezTo>
                <a:lnTo>
                  <a:pt x="88940" y="42863"/>
                </a:lnTo>
                <a:lnTo>
                  <a:pt x="82823" y="71438"/>
                </a:lnTo>
                <a:lnTo>
                  <a:pt x="97959" y="71438"/>
                </a:lnTo>
                <a:cubicBezTo>
                  <a:pt x="101910" y="71438"/>
                  <a:pt x="105102" y="74630"/>
                  <a:pt x="105102" y="78581"/>
                </a:cubicBezTo>
                <a:cubicBezTo>
                  <a:pt x="105102" y="82533"/>
                  <a:pt x="101910" y="85725"/>
                  <a:pt x="97959" y="85725"/>
                </a:cubicBezTo>
                <a:lnTo>
                  <a:pt x="79742" y="85725"/>
                </a:lnTo>
                <a:lnTo>
                  <a:pt x="74831" y="108652"/>
                </a:lnTo>
                <a:cubicBezTo>
                  <a:pt x="74005" y="112514"/>
                  <a:pt x="70210" y="114970"/>
                  <a:pt x="66348" y="114144"/>
                </a:cubicBezTo>
                <a:cubicBezTo>
                  <a:pt x="62485" y="113318"/>
                  <a:pt x="60030" y="109523"/>
                  <a:pt x="60856" y="105661"/>
                </a:cubicBezTo>
                <a:lnTo>
                  <a:pt x="65120" y="85725"/>
                </a:lnTo>
                <a:lnTo>
                  <a:pt x="36880" y="85725"/>
                </a:lnTo>
                <a:lnTo>
                  <a:pt x="31968" y="108652"/>
                </a:lnTo>
                <a:cubicBezTo>
                  <a:pt x="31142" y="112514"/>
                  <a:pt x="27347" y="114970"/>
                  <a:pt x="23485" y="114144"/>
                </a:cubicBezTo>
                <a:cubicBezTo>
                  <a:pt x="19623" y="113318"/>
                  <a:pt x="17167" y="109523"/>
                  <a:pt x="17993" y="105661"/>
                </a:cubicBezTo>
                <a:lnTo>
                  <a:pt x="22280" y="85725"/>
                </a:lnTo>
                <a:lnTo>
                  <a:pt x="7144" y="85725"/>
                </a:lnTo>
                <a:cubicBezTo>
                  <a:pt x="3192" y="85725"/>
                  <a:pt x="0" y="82533"/>
                  <a:pt x="0" y="78581"/>
                </a:cubicBezTo>
                <a:cubicBezTo>
                  <a:pt x="0" y="74630"/>
                  <a:pt x="3192" y="71438"/>
                  <a:pt x="7144" y="71438"/>
                </a:cubicBezTo>
                <a:lnTo>
                  <a:pt x="25360" y="71438"/>
                </a:lnTo>
                <a:lnTo>
                  <a:pt x="31477" y="42863"/>
                </a:lnTo>
                <a:lnTo>
                  <a:pt x="16341" y="42863"/>
                </a:lnTo>
                <a:cubicBezTo>
                  <a:pt x="12390" y="42863"/>
                  <a:pt x="9198" y="39670"/>
                  <a:pt x="9198" y="35719"/>
                </a:cubicBezTo>
                <a:cubicBezTo>
                  <a:pt x="9198" y="31767"/>
                  <a:pt x="12390" y="28575"/>
                  <a:pt x="16341" y="28575"/>
                </a:cubicBezTo>
                <a:lnTo>
                  <a:pt x="34558" y="28575"/>
                </a:lnTo>
                <a:lnTo>
                  <a:pt x="39469" y="5648"/>
                </a:lnTo>
                <a:cubicBezTo>
                  <a:pt x="40273" y="1786"/>
                  <a:pt x="44068" y="-670"/>
                  <a:pt x="47930" y="156"/>
                </a:cubicBezTo>
                <a:close/>
                <a:moveTo>
                  <a:pt x="46077" y="42863"/>
                </a:moveTo>
                <a:lnTo>
                  <a:pt x="39960" y="71438"/>
                </a:lnTo>
                <a:lnTo>
                  <a:pt x="68200" y="71438"/>
                </a:lnTo>
                <a:lnTo>
                  <a:pt x="74317" y="42863"/>
                </a:lnTo>
                <a:lnTo>
                  <a:pt x="46077" y="42863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367451" y="4217674"/>
            <a:ext cx="3455670" cy="274320"/>
          </a:xfrm>
          <a:prstGeom prst="roundRect">
            <a:avLst>
              <a:gd name="adj" fmla="val 138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47461" y="4259582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/api/scrape/now ★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22977" y="429768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75634" y="-2210"/>
                </a:moveTo>
                <a:cubicBezTo>
                  <a:pt x="78291" y="-290"/>
                  <a:pt x="79273" y="3192"/>
                  <a:pt x="78068" y="6228"/>
                </a:cubicBezTo>
                <a:lnTo>
                  <a:pt x="60566" y="50006"/>
                </a:lnTo>
                <a:lnTo>
                  <a:pt x="92869" y="50006"/>
                </a:lnTo>
                <a:cubicBezTo>
                  <a:pt x="95883" y="50006"/>
                  <a:pt x="98561" y="51881"/>
                  <a:pt x="99588" y="54717"/>
                </a:cubicBezTo>
                <a:cubicBezTo>
                  <a:pt x="100615" y="57552"/>
                  <a:pt x="99745" y="60722"/>
                  <a:pt x="97445" y="62642"/>
                </a:cubicBezTo>
                <a:lnTo>
                  <a:pt x="33151" y="116220"/>
                </a:lnTo>
                <a:cubicBezTo>
                  <a:pt x="30629" y="118318"/>
                  <a:pt x="27035" y="118430"/>
                  <a:pt x="24378" y="116510"/>
                </a:cubicBezTo>
                <a:cubicBezTo>
                  <a:pt x="21721" y="114590"/>
                  <a:pt x="20739" y="111108"/>
                  <a:pt x="21945" y="108072"/>
                </a:cubicBezTo>
                <a:lnTo>
                  <a:pt x="39447" y="64294"/>
                </a:lnTo>
                <a:lnTo>
                  <a:pt x="7144" y="64294"/>
                </a:lnTo>
                <a:cubicBezTo>
                  <a:pt x="4130" y="64294"/>
                  <a:pt x="1451" y="62419"/>
                  <a:pt x="424" y="59583"/>
                </a:cubicBezTo>
                <a:cubicBezTo>
                  <a:pt x="-603" y="56748"/>
                  <a:pt x="268" y="53578"/>
                  <a:pt x="2567" y="51658"/>
                </a:cubicBezTo>
                <a:lnTo>
                  <a:pt x="66861" y="-1920"/>
                </a:lnTo>
                <a:cubicBezTo>
                  <a:pt x="69384" y="-4018"/>
                  <a:pt x="72978" y="-4130"/>
                  <a:pt x="75634" y="-221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367451" y="6000756"/>
            <a:ext cx="3455670" cy="350520"/>
          </a:xfrm>
          <a:prstGeom prst="roundRect">
            <a:avLst>
              <a:gd name="adj" fmla="val 21739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69123" y="61036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42723" y="6080764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Scraping On-Demand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6371" y="1642110"/>
            <a:ext cx="3703320" cy="4827270"/>
          </a:xfrm>
          <a:prstGeom prst="roundRect">
            <a:avLst>
              <a:gd name="adj" fmla="val 4115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5400000" scaled="1"/>
          </a:gradFill>
          <a:ln w="1016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224481" y="1760218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357831" y="1893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795981" y="1760218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795981" y="2026918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Panneaux GSAP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28291" y="2297428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08300" y="2377446"/>
            <a:ext cx="247650" cy="190500"/>
          </a:xfrm>
          <a:prstGeom prst="roundRect">
            <a:avLst>
              <a:gd name="adj" fmla="val 2000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08300" y="2377446"/>
            <a:ext cx="3048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633698" y="2377446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Visualiseur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08300" y="2606046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Nœuds animés, points voyageurs, statut temps réel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28291" y="2903103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308300" y="2983111"/>
            <a:ext cx="266700" cy="190500"/>
          </a:xfrm>
          <a:prstGeom prst="roundRect">
            <a:avLst>
              <a:gd name="adj" fmla="val 20000"/>
            </a:avLst>
          </a:prstGeom>
          <a:solidFill>
            <a:srgbClr val="F6AD55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08300" y="2983111"/>
            <a:ext cx="3238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55606" y="2983111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Choroplèthe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08300" y="3211711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Leaflet.js + GeoJSON, transition couleurs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28291" y="3508777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308300" y="3588786"/>
            <a:ext cx="276225" cy="190500"/>
          </a:xfrm>
          <a:prstGeom prst="roundRect">
            <a:avLst>
              <a:gd name="adj" fmla="val 2000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308300" y="3588786"/>
            <a:ext cx="3333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58583" y="3588786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 d'Actualités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08300" y="3817386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Conveyor belt GSAP, scores NLP live, pause survol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28291" y="4114443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308300" y="4194451"/>
            <a:ext cx="266700" cy="190500"/>
          </a:xfrm>
          <a:prstGeom prst="roundRect">
            <a:avLst>
              <a:gd name="adj" fmla="val 20000"/>
            </a:avLst>
          </a:prstGeom>
          <a:solidFill>
            <a:srgbClr val="F6AD55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308300" y="4194451"/>
            <a:ext cx="3238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P4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655487" y="4194451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 Vélocité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308300" y="4423051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 animé, rolling window 8 sem., surbrillance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28291" y="4720117"/>
            <a:ext cx="3455670" cy="541020"/>
          </a:xfrm>
          <a:prstGeom prst="roundRect">
            <a:avLst>
              <a:gd name="adj" fmla="val 1408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308300" y="4800126"/>
            <a:ext cx="276225" cy="190500"/>
          </a:xfrm>
          <a:prstGeom prst="roundRect">
            <a:avLst>
              <a:gd name="adj" fmla="val 2000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308300" y="4800126"/>
            <a:ext cx="3333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P5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658939" y="4800126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&amp; Classement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308300" y="5028726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Flip re-ranking GSAP, sparklines, alertes clignotantes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28291" y="6000756"/>
            <a:ext cx="3455670" cy="350520"/>
          </a:xfrm>
          <a:prstGeom prst="roundRect">
            <a:avLst>
              <a:gd name="adj" fmla="val 21739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582984" y="61036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503563" y="6080764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5s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752" y="356752"/>
            <a:ext cx="11549846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kern="0" spc="56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— RÉSULTATS &amp; ÉVALUATION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752" y="642154"/>
            <a:ext cx="11639034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Résultats &amp; Évaluation du Modèle NLP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752" y="1070256"/>
            <a:ext cx="11558765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multilingue et latence optimisée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752" y="1427008"/>
            <a:ext cx="856205" cy="35675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0320" y="1608952"/>
            <a:ext cx="5625979" cy="4341672"/>
          </a:xfrm>
          <a:prstGeom prst="roundRect">
            <a:avLst>
              <a:gd name="adj" fmla="val 3287"/>
            </a:avLst>
          </a:pr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2263" y="1790893"/>
            <a:ext cx="428102" cy="428102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89" y="1897919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13378" y="13378"/>
                </a:moveTo>
                <a:cubicBezTo>
                  <a:pt x="20778" y="13378"/>
                  <a:pt x="26756" y="19357"/>
                  <a:pt x="26756" y="26756"/>
                </a:cubicBezTo>
                <a:lnTo>
                  <a:pt x="26756" y="167228"/>
                </a:lnTo>
                <a:cubicBezTo>
                  <a:pt x="26756" y="170907"/>
                  <a:pt x="29766" y="173917"/>
                  <a:pt x="33446" y="173917"/>
                </a:cubicBezTo>
                <a:lnTo>
                  <a:pt x="200673" y="173917"/>
                </a:lnTo>
                <a:cubicBezTo>
                  <a:pt x="208073" y="173917"/>
                  <a:pt x="214051" y="179895"/>
                  <a:pt x="214051" y="187295"/>
                </a:cubicBezTo>
                <a:cubicBezTo>
                  <a:pt x="214051" y="194695"/>
                  <a:pt x="208073" y="200673"/>
                  <a:pt x="200673" y="200673"/>
                </a:cubicBezTo>
                <a:lnTo>
                  <a:pt x="33446" y="200673"/>
                </a:lnTo>
                <a:cubicBezTo>
                  <a:pt x="14967" y="200673"/>
                  <a:pt x="0" y="185706"/>
                  <a:pt x="0" y="167228"/>
                </a:cubicBezTo>
                <a:lnTo>
                  <a:pt x="0" y="26756"/>
                </a:lnTo>
                <a:cubicBezTo>
                  <a:pt x="0" y="19357"/>
                  <a:pt x="5978" y="13378"/>
                  <a:pt x="13378" y="13378"/>
                </a:cubicBezTo>
                <a:close/>
                <a:moveTo>
                  <a:pt x="53513" y="40135"/>
                </a:moveTo>
                <a:cubicBezTo>
                  <a:pt x="53513" y="32735"/>
                  <a:pt x="59491" y="26756"/>
                  <a:pt x="66891" y="26756"/>
                </a:cubicBezTo>
                <a:lnTo>
                  <a:pt x="147160" y="26756"/>
                </a:lnTo>
                <a:cubicBezTo>
                  <a:pt x="154560" y="26756"/>
                  <a:pt x="160538" y="32735"/>
                  <a:pt x="160538" y="40135"/>
                </a:cubicBezTo>
                <a:cubicBezTo>
                  <a:pt x="160538" y="47534"/>
                  <a:pt x="154560" y="53513"/>
                  <a:pt x="147160" y="53513"/>
                </a:cubicBezTo>
                <a:lnTo>
                  <a:pt x="66891" y="53513"/>
                </a:lnTo>
                <a:cubicBezTo>
                  <a:pt x="59491" y="53513"/>
                  <a:pt x="53513" y="47534"/>
                  <a:pt x="53513" y="40135"/>
                </a:cubicBezTo>
                <a:close/>
                <a:moveTo>
                  <a:pt x="66891" y="73580"/>
                </a:moveTo>
                <a:lnTo>
                  <a:pt x="120404" y="73580"/>
                </a:lnTo>
                <a:cubicBezTo>
                  <a:pt x="127804" y="73580"/>
                  <a:pt x="133782" y="79558"/>
                  <a:pt x="133782" y="86958"/>
                </a:cubicBezTo>
                <a:cubicBezTo>
                  <a:pt x="133782" y="94358"/>
                  <a:pt x="127804" y="100337"/>
                  <a:pt x="120404" y="100337"/>
                </a:cubicBezTo>
                <a:lnTo>
                  <a:pt x="66891" y="100337"/>
                </a:lnTo>
                <a:cubicBezTo>
                  <a:pt x="59491" y="100337"/>
                  <a:pt x="53513" y="94358"/>
                  <a:pt x="53513" y="86958"/>
                </a:cubicBezTo>
                <a:cubicBezTo>
                  <a:pt x="53513" y="79558"/>
                  <a:pt x="59491" y="73580"/>
                  <a:pt x="66891" y="73580"/>
                </a:cubicBezTo>
                <a:close/>
                <a:moveTo>
                  <a:pt x="66891" y="120404"/>
                </a:moveTo>
                <a:lnTo>
                  <a:pt x="173917" y="120404"/>
                </a:lnTo>
                <a:cubicBezTo>
                  <a:pt x="181316" y="120404"/>
                  <a:pt x="187295" y="126382"/>
                  <a:pt x="187295" y="133782"/>
                </a:cubicBezTo>
                <a:cubicBezTo>
                  <a:pt x="187295" y="141182"/>
                  <a:pt x="181316" y="147160"/>
                  <a:pt x="173917" y="147160"/>
                </a:cubicBezTo>
                <a:lnTo>
                  <a:pt x="66891" y="147160"/>
                </a:lnTo>
                <a:cubicBezTo>
                  <a:pt x="59491" y="147160"/>
                  <a:pt x="53513" y="141182"/>
                  <a:pt x="53513" y="133782"/>
                </a:cubicBezTo>
                <a:cubicBezTo>
                  <a:pt x="53513" y="126382"/>
                  <a:pt x="59491" y="120404"/>
                  <a:pt x="66891" y="12040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7391" y="1862244"/>
            <a:ext cx="2185106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Évaluation par Langue</a:t>
            </a:r>
            <a:endParaRPr lang="en-US" sz="1600" dirty="0"/>
          </a:p>
        </p:txBody>
      </p:sp>
      <p:pic>
        <p:nvPicPr>
          <p:cNvPr id="10" name="Image 0" descr="https://kimi-img.moonshot.cn/pub/slides/26-06-11-07:10:30-d8kutpkbr5jm19ijq5j0.png"/>
          <p:cNvPicPr>
            <a:picLocks noChangeAspect="1"/>
          </p:cNvPicPr>
          <p:nvPr/>
        </p:nvPicPr>
        <p:blipFill>
          <a:blip r:embed="rId3"/>
          <a:srcRect l="16" r="16"/>
          <a:stretch/>
        </p:blipFill>
        <p:spPr>
          <a:xfrm>
            <a:off x="542263" y="2361697"/>
            <a:ext cx="4869665" cy="3406982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8"/>
          <p:cNvSpPr/>
          <p:nvPr/>
        </p:nvSpPr>
        <p:spPr>
          <a:xfrm>
            <a:off x="360320" y="6052840"/>
            <a:ext cx="5625979" cy="756314"/>
          </a:xfrm>
          <a:prstGeom prst="roundRect">
            <a:avLst>
              <a:gd name="adj" fmla="val 14151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6722" y="6323969"/>
            <a:ext cx="187295" cy="214051"/>
          </a:xfrm>
          <a:custGeom>
            <a:avLst/>
            <a:gdLst/>
            <a:ahLst/>
            <a:cxnLst/>
            <a:rect l="l" t="t" r="r" b="b"/>
            <a:pathLst>
              <a:path w="187295" h="214051">
                <a:moveTo>
                  <a:pt x="141642" y="-4139"/>
                </a:moveTo>
                <a:cubicBezTo>
                  <a:pt x="146617" y="-543"/>
                  <a:pt x="148456" y="5978"/>
                  <a:pt x="146199" y="11664"/>
                </a:cubicBezTo>
                <a:lnTo>
                  <a:pt x="113422" y="93647"/>
                </a:lnTo>
                <a:lnTo>
                  <a:pt x="173917" y="93647"/>
                </a:lnTo>
                <a:cubicBezTo>
                  <a:pt x="179561" y="93647"/>
                  <a:pt x="184577" y="97159"/>
                  <a:pt x="186500" y="102469"/>
                </a:cubicBezTo>
                <a:cubicBezTo>
                  <a:pt x="188424" y="107778"/>
                  <a:pt x="186793" y="113715"/>
                  <a:pt x="182487" y="117310"/>
                </a:cubicBezTo>
                <a:lnTo>
                  <a:pt x="62083" y="217647"/>
                </a:lnTo>
                <a:cubicBezTo>
                  <a:pt x="57359" y="221576"/>
                  <a:pt x="50628" y="221785"/>
                  <a:pt x="45653" y="218190"/>
                </a:cubicBezTo>
                <a:cubicBezTo>
                  <a:pt x="40678" y="214595"/>
                  <a:pt x="38839" y="208073"/>
                  <a:pt x="41096" y="202387"/>
                </a:cubicBezTo>
                <a:lnTo>
                  <a:pt x="73873" y="120404"/>
                </a:lnTo>
                <a:lnTo>
                  <a:pt x="13378" y="120404"/>
                </a:lnTo>
                <a:cubicBezTo>
                  <a:pt x="7734" y="120404"/>
                  <a:pt x="2717" y="116892"/>
                  <a:pt x="794" y="111583"/>
                </a:cubicBezTo>
                <a:cubicBezTo>
                  <a:pt x="-1129" y="106273"/>
                  <a:pt x="502" y="100337"/>
                  <a:pt x="4808" y="96741"/>
                </a:cubicBezTo>
                <a:lnTo>
                  <a:pt x="125212" y="-3595"/>
                </a:lnTo>
                <a:cubicBezTo>
                  <a:pt x="129936" y="-7525"/>
                  <a:pt x="136667" y="-7734"/>
                  <a:pt x="141642" y="-413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81177" y="6199106"/>
            <a:ext cx="2889691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Latence optimisée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1177" y="6448833"/>
            <a:ext cx="288077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Traitement complet &lt;45s pour 50,000 tweets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7039" y="1608952"/>
            <a:ext cx="5625979" cy="3075202"/>
          </a:xfrm>
          <a:prstGeom prst="roundRect">
            <a:avLst>
              <a:gd name="adj" fmla="val 4640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88983" y="1790893"/>
            <a:ext cx="428102" cy="428102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96009" y="1897919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60327" y="0"/>
                </a:moveTo>
                <a:lnTo>
                  <a:pt x="153975" y="0"/>
                </a:lnTo>
                <a:cubicBezTo>
                  <a:pt x="165054" y="0"/>
                  <a:pt x="174084" y="9114"/>
                  <a:pt x="173666" y="20151"/>
                </a:cubicBezTo>
                <a:cubicBezTo>
                  <a:pt x="173582" y="22367"/>
                  <a:pt x="173499" y="24582"/>
                  <a:pt x="173373" y="26756"/>
                </a:cubicBezTo>
                <a:lnTo>
                  <a:pt x="194109" y="26756"/>
                </a:lnTo>
                <a:cubicBezTo>
                  <a:pt x="205021" y="26756"/>
                  <a:pt x="214637" y="35787"/>
                  <a:pt x="213800" y="47576"/>
                </a:cubicBezTo>
                <a:cubicBezTo>
                  <a:pt x="210665" y="90930"/>
                  <a:pt x="188507" y="114760"/>
                  <a:pt x="164468" y="127218"/>
                </a:cubicBezTo>
                <a:cubicBezTo>
                  <a:pt x="157863" y="130646"/>
                  <a:pt x="151132" y="133197"/>
                  <a:pt x="144735" y="135078"/>
                </a:cubicBezTo>
                <a:cubicBezTo>
                  <a:pt x="136290" y="147035"/>
                  <a:pt x="127511" y="153348"/>
                  <a:pt x="120529" y="156734"/>
                </a:cubicBezTo>
                <a:lnTo>
                  <a:pt x="120529" y="187295"/>
                </a:lnTo>
                <a:lnTo>
                  <a:pt x="147286" y="187295"/>
                </a:lnTo>
                <a:cubicBezTo>
                  <a:pt x="154685" y="187295"/>
                  <a:pt x="160664" y="193273"/>
                  <a:pt x="160664" y="200673"/>
                </a:cubicBezTo>
                <a:cubicBezTo>
                  <a:pt x="160664" y="208073"/>
                  <a:pt x="154685" y="214051"/>
                  <a:pt x="147286" y="214051"/>
                </a:cubicBezTo>
                <a:lnTo>
                  <a:pt x="67016" y="214051"/>
                </a:lnTo>
                <a:cubicBezTo>
                  <a:pt x="59617" y="214051"/>
                  <a:pt x="53638" y="208073"/>
                  <a:pt x="53638" y="200673"/>
                </a:cubicBezTo>
                <a:cubicBezTo>
                  <a:pt x="53638" y="193273"/>
                  <a:pt x="59617" y="187295"/>
                  <a:pt x="67016" y="187295"/>
                </a:cubicBezTo>
                <a:lnTo>
                  <a:pt x="93773" y="187295"/>
                </a:lnTo>
                <a:lnTo>
                  <a:pt x="93773" y="156734"/>
                </a:lnTo>
                <a:cubicBezTo>
                  <a:pt x="87084" y="153515"/>
                  <a:pt x="78764" y="147536"/>
                  <a:pt x="70654" y="136541"/>
                </a:cubicBezTo>
                <a:cubicBezTo>
                  <a:pt x="62961" y="134535"/>
                  <a:pt x="54600" y="131483"/>
                  <a:pt x="46447" y="126884"/>
                </a:cubicBezTo>
                <a:cubicBezTo>
                  <a:pt x="23830" y="114216"/>
                  <a:pt x="3428" y="90345"/>
                  <a:pt x="502" y="47493"/>
                </a:cubicBezTo>
                <a:cubicBezTo>
                  <a:pt x="-293" y="35745"/>
                  <a:pt x="9281" y="26715"/>
                  <a:pt x="20193" y="26715"/>
                </a:cubicBezTo>
                <a:lnTo>
                  <a:pt x="40929" y="26715"/>
                </a:lnTo>
                <a:cubicBezTo>
                  <a:pt x="40804" y="24541"/>
                  <a:pt x="40720" y="22367"/>
                  <a:pt x="40636" y="20109"/>
                </a:cubicBezTo>
                <a:cubicBezTo>
                  <a:pt x="40218" y="9030"/>
                  <a:pt x="49249" y="-42"/>
                  <a:pt x="60327" y="-42"/>
                </a:cubicBezTo>
                <a:close/>
                <a:moveTo>
                  <a:pt x="42434" y="46824"/>
                </a:moveTo>
                <a:lnTo>
                  <a:pt x="20527" y="46824"/>
                </a:lnTo>
                <a:cubicBezTo>
                  <a:pt x="23119" y="82234"/>
                  <a:pt x="39382" y="99960"/>
                  <a:pt x="56147" y="109367"/>
                </a:cubicBezTo>
                <a:cubicBezTo>
                  <a:pt x="50126" y="93773"/>
                  <a:pt x="45151" y="73413"/>
                  <a:pt x="42434" y="46824"/>
                </a:cubicBezTo>
                <a:close/>
                <a:moveTo>
                  <a:pt x="158866" y="107360"/>
                </a:moveTo>
                <a:cubicBezTo>
                  <a:pt x="175798" y="97410"/>
                  <a:pt x="191099" y="79726"/>
                  <a:pt x="193691" y="46824"/>
                </a:cubicBezTo>
                <a:lnTo>
                  <a:pt x="171826" y="46824"/>
                </a:lnTo>
                <a:cubicBezTo>
                  <a:pt x="169234" y="72284"/>
                  <a:pt x="164552" y="92059"/>
                  <a:pt x="158866" y="10736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24111" y="1862244"/>
            <a:ext cx="123971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Forts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6821" y="2361697"/>
            <a:ext cx="5244255" cy="642154"/>
          </a:xfrm>
          <a:custGeom>
            <a:avLst/>
            <a:gdLst/>
            <a:ahLst/>
            <a:cxnLst/>
            <a:rect l="l" t="t" r="r" b="b"/>
            <a:pathLst>
              <a:path w="5244255" h="642154">
                <a:moveTo>
                  <a:pt x="35687" y="0"/>
                </a:moveTo>
                <a:lnTo>
                  <a:pt x="5172964" y="0"/>
                </a:lnTo>
                <a:cubicBezTo>
                  <a:pt x="5212333" y="70"/>
                  <a:pt x="5244211" y="32005"/>
                  <a:pt x="5244211" y="71374"/>
                </a:cubicBezTo>
                <a:lnTo>
                  <a:pt x="5244211" y="570865"/>
                </a:lnTo>
                <a:cubicBezTo>
                  <a:pt x="5244141" y="610185"/>
                  <a:pt x="5212284" y="642042"/>
                  <a:pt x="5172964" y="642112"/>
                </a:cubicBez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6821" y="2361697"/>
            <a:ext cx="35675" cy="642154"/>
          </a:xfrm>
          <a:custGeom>
            <a:avLst/>
            <a:gdLst/>
            <a:ahLst/>
            <a:cxnLst/>
            <a:rect l="l" t="t" r="r" b="b"/>
            <a:pathLst>
              <a:path w="35675" h="642154">
                <a:moveTo>
                  <a:pt x="35687" y="0"/>
                </a:moveTo>
                <a:lnTo>
                  <a:pt x="35687" y="0"/>
                </a:lnTo>
                <a:lnTo>
                  <a:pt x="35687" y="642112"/>
                </a:ln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553981" y="2504397"/>
            <a:ext cx="178376" cy="178376"/>
          </a:xfrm>
          <a:custGeom>
            <a:avLst/>
            <a:gdLst/>
            <a:ahLst/>
            <a:cxnLst/>
            <a:rect l="l" t="t" r="r" b="b"/>
            <a:pathLst>
              <a:path w="178376" h="178376">
                <a:moveTo>
                  <a:pt x="89188" y="178376"/>
                </a:moveTo>
                <a:cubicBezTo>
                  <a:pt x="138412" y="178376"/>
                  <a:pt x="178376" y="138412"/>
                  <a:pt x="178376" y="89188"/>
                </a:cubicBezTo>
                <a:cubicBezTo>
                  <a:pt x="178376" y="39964"/>
                  <a:pt x="138412" y="0"/>
                  <a:pt x="89188" y="0"/>
                </a:cubicBezTo>
                <a:cubicBezTo>
                  <a:pt x="39964" y="0"/>
                  <a:pt x="0" y="39964"/>
                  <a:pt x="0" y="89188"/>
                </a:cubicBezTo>
                <a:cubicBezTo>
                  <a:pt x="0" y="138412"/>
                  <a:pt x="39964" y="178376"/>
                  <a:pt x="89188" y="178376"/>
                </a:cubicBezTo>
                <a:close/>
                <a:moveTo>
                  <a:pt x="118592" y="74103"/>
                </a:moveTo>
                <a:lnTo>
                  <a:pt x="90721" y="118697"/>
                </a:lnTo>
                <a:cubicBezTo>
                  <a:pt x="89258" y="121031"/>
                  <a:pt x="86749" y="122494"/>
                  <a:pt x="83997" y="122634"/>
                </a:cubicBezTo>
                <a:cubicBezTo>
                  <a:pt x="81245" y="122773"/>
                  <a:pt x="78597" y="121519"/>
                  <a:pt x="76959" y="119289"/>
                </a:cubicBezTo>
                <a:lnTo>
                  <a:pt x="60237" y="96992"/>
                </a:lnTo>
                <a:cubicBezTo>
                  <a:pt x="57450" y="93299"/>
                  <a:pt x="58216" y="88073"/>
                  <a:pt x="61909" y="85286"/>
                </a:cubicBezTo>
                <a:cubicBezTo>
                  <a:pt x="65602" y="82499"/>
                  <a:pt x="70828" y="83265"/>
                  <a:pt x="73615" y="86958"/>
                </a:cubicBezTo>
                <a:lnTo>
                  <a:pt x="83021" y="99500"/>
                </a:lnTo>
                <a:lnTo>
                  <a:pt x="104413" y="65254"/>
                </a:lnTo>
                <a:cubicBezTo>
                  <a:pt x="106851" y="61352"/>
                  <a:pt x="112008" y="60132"/>
                  <a:pt x="115944" y="62606"/>
                </a:cubicBezTo>
                <a:cubicBezTo>
                  <a:pt x="119881" y="65079"/>
                  <a:pt x="121066" y="70201"/>
                  <a:pt x="118592" y="741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61679" y="2468722"/>
            <a:ext cx="433453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Multilinguisme Réussi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61679" y="2718449"/>
            <a:ext cx="4325618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AFINN + dictionnaire personnalisé couvre </a:t>
            </a:r>
            <a:r>
              <a:rPr lang="en-US" sz="98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&gt;85%</a:t>
            </a: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termes courants marocains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6821" y="3110876"/>
            <a:ext cx="5244255" cy="642154"/>
          </a:xfrm>
          <a:custGeom>
            <a:avLst/>
            <a:gdLst/>
            <a:ahLst/>
            <a:cxnLst/>
            <a:rect l="l" t="t" r="r" b="b"/>
            <a:pathLst>
              <a:path w="5244255" h="642154">
                <a:moveTo>
                  <a:pt x="35687" y="0"/>
                </a:moveTo>
                <a:lnTo>
                  <a:pt x="5172964" y="0"/>
                </a:lnTo>
                <a:cubicBezTo>
                  <a:pt x="5212333" y="70"/>
                  <a:pt x="5244211" y="32005"/>
                  <a:pt x="5244211" y="71374"/>
                </a:cubicBezTo>
                <a:lnTo>
                  <a:pt x="5244211" y="570865"/>
                </a:lnTo>
                <a:cubicBezTo>
                  <a:pt x="5244141" y="610185"/>
                  <a:pt x="5212284" y="642042"/>
                  <a:pt x="5172964" y="642112"/>
                </a:cubicBez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06821" y="3110876"/>
            <a:ext cx="35675" cy="642154"/>
          </a:xfrm>
          <a:custGeom>
            <a:avLst/>
            <a:gdLst/>
            <a:ahLst/>
            <a:cxnLst/>
            <a:rect l="l" t="t" r="r" b="b"/>
            <a:pathLst>
              <a:path w="35675" h="642154">
                <a:moveTo>
                  <a:pt x="35687" y="0"/>
                </a:moveTo>
                <a:lnTo>
                  <a:pt x="35687" y="0"/>
                </a:lnTo>
                <a:lnTo>
                  <a:pt x="35687" y="642112"/>
                </a:ln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53981" y="3253577"/>
            <a:ext cx="178376" cy="178376"/>
          </a:xfrm>
          <a:custGeom>
            <a:avLst/>
            <a:gdLst/>
            <a:ahLst/>
            <a:cxnLst/>
            <a:rect l="l" t="t" r="r" b="b"/>
            <a:pathLst>
              <a:path w="178376" h="178376">
                <a:moveTo>
                  <a:pt x="89188" y="178376"/>
                </a:moveTo>
                <a:cubicBezTo>
                  <a:pt x="138412" y="178376"/>
                  <a:pt x="178376" y="138412"/>
                  <a:pt x="178376" y="89188"/>
                </a:cubicBezTo>
                <a:cubicBezTo>
                  <a:pt x="178376" y="39964"/>
                  <a:pt x="138412" y="0"/>
                  <a:pt x="89188" y="0"/>
                </a:cubicBezTo>
                <a:cubicBezTo>
                  <a:pt x="39964" y="0"/>
                  <a:pt x="0" y="39964"/>
                  <a:pt x="0" y="89188"/>
                </a:cubicBezTo>
                <a:cubicBezTo>
                  <a:pt x="0" y="138412"/>
                  <a:pt x="39964" y="178376"/>
                  <a:pt x="89188" y="178376"/>
                </a:cubicBezTo>
                <a:close/>
                <a:moveTo>
                  <a:pt x="118592" y="74103"/>
                </a:moveTo>
                <a:lnTo>
                  <a:pt x="90721" y="118697"/>
                </a:lnTo>
                <a:cubicBezTo>
                  <a:pt x="89258" y="121031"/>
                  <a:pt x="86749" y="122494"/>
                  <a:pt x="83997" y="122634"/>
                </a:cubicBezTo>
                <a:cubicBezTo>
                  <a:pt x="81245" y="122773"/>
                  <a:pt x="78597" y="121519"/>
                  <a:pt x="76959" y="119289"/>
                </a:cubicBezTo>
                <a:lnTo>
                  <a:pt x="60237" y="96992"/>
                </a:lnTo>
                <a:cubicBezTo>
                  <a:pt x="57450" y="93299"/>
                  <a:pt x="58216" y="88073"/>
                  <a:pt x="61909" y="85286"/>
                </a:cubicBezTo>
                <a:cubicBezTo>
                  <a:pt x="65602" y="82499"/>
                  <a:pt x="70828" y="83265"/>
                  <a:pt x="73615" y="86958"/>
                </a:cubicBezTo>
                <a:lnTo>
                  <a:pt x="83021" y="99500"/>
                </a:lnTo>
                <a:lnTo>
                  <a:pt x="104413" y="65254"/>
                </a:lnTo>
                <a:cubicBezTo>
                  <a:pt x="106851" y="61352"/>
                  <a:pt x="112008" y="60132"/>
                  <a:pt x="115944" y="62606"/>
                </a:cubicBezTo>
                <a:cubicBezTo>
                  <a:pt x="119881" y="65079"/>
                  <a:pt x="121066" y="70201"/>
                  <a:pt x="118592" y="741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61679" y="3217901"/>
            <a:ext cx="404021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Faible Latence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61679" y="3467628"/>
            <a:ext cx="4031298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Multiprocessing complet en </a:t>
            </a:r>
            <a:r>
              <a:rPr lang="en-US" sz="98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&lt;45s</a:t>
            </a: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un batch de 50,000 tweets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06821" y="3860055"/>
            <a:ext cx="5244255" cy="642154"/>
          </a:xfrm>
          <a:custGeom>
            <a:avLst/>
            <a:gdLst/>
            <a:ahLst/>
            <a:cxnLst/>
            <a:rect l="l" t="t" r="r" b="b"/>
            <a:pathLst>
              <a:path w="5244255" h="642154">
                <a:moveTo>
                  <a:pt x="35687" y="0"/>
                </a:moveTo>
                <a:lnTo>
                  <a:pt x="5172964" y="0"/>
                </a:lnTo>
                <a:cubicBezTo>
                  <a:pt x="5212333" y="70"/>
                  <a:pt x="5244211" y="32005"/>
                  <a:pt x="5244211" y="71374"/>
                </a:cubicBezTo>
                <a:lnTo>
                  <a:pt x="5244211" y="570865"/>
                </a:lnTo>
                <a:cubicBezTo>
                  <a:pt x="5244141" y="610185"/>
                  <a:pt x="5212284" y="642042"/>
                  <a:pt x="5172964" y="642112"/>
                </a:cubicBez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406821" y="3860055"/>
            <a:ext cx="35675" cy="642154"/>
          </a:xfrm>
          <a:custGeom>
            <a:avLst/>
            <a:gdLst/>
            <a:ahLst/>
            <a:cxnLst/>
            <a:rect l="l" t="t" r="r" b="b"/>
            <a:pathLst>
              <a:path w="35675" h="642154">
                <a:moveTo>
                  <a:pt x="35687" y="0"/>
                </a:moveTo>
                <a:lnTo>
                  <a:pt x="35687" y="0"/>
                </a:lnTo>
                <a:lnTo>
                  <a:pt x="35687" y="642112"/>
                </a:lnTo>
                <a:lnTo>
                  <a:pt x="35687" y="642112"/>
                </a:lnTo>
                <a:cubicBezTo>
                  <a:pt x="15978" y="642112"/>
                  <a:pt x="0" y="626134"/>
                  <a:pt x="0" y="606425"/>
                </a:cubicBezTo>
                <a:lnTo>
                  <a:pt x="0" y="35687"/>
                </a:lnTo>
                <a:cubicBezTo>
                  <a:pt x="0" y="15991"/>
                  <a:pt x="15991" y="0"/>
                  <a:pt x="3568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553981" y="4002756"/>
            <a:ext cx="178376" cy="178376"/>
          </a:xfrm>
          <a:custGeom>
            <a:avLst/>
            <a:gdLst/>
            <a:ahLst/>
            <a:cxnLst/>
            <a:rect l="l" t="t" r="r" b="b"/>
            <a:pathLst>
              <a:path w="178376" h="178376">
                <a:moveTo>
                  <a:pt x="89188" y="178376"/>
                </a:moveTo>
                <a:cubicBezTo>
                  <a:pt x="138412" y="178376"/>
                  <a:pt x="178376" y="138412"/>
                  <a:pt x="178376" y="89188"/>
                </a:cubicBezTo>
                <a:cubicBezTo>
                  <a:pt x="178376" y="39964"/>
                  <a:pt x="138412" y="0"/>
                  <a:pt x="89188" y="0"/>
                </a:cubicBezTo>
                <a:cubicBezTo>
                  <a:pt x="39964" y="0"/>
                  <a:pt x="0" y="39964"/>
                  <a:pt x="0" y="89188"/>
                </a:cubicBezTo>
                <a:cubicBezTo>
                  <a:pt x="0" y="138412"/>
                  <a:pt x="39964" y="178376"/>
                  <a:pt x="89188" y="178376"/>
                </a:cubicBezTo>
                <a:close/>
                <a:moveTo>
                  <a:pt x="118592" y="74103"/>
                </a:moveTo>
                <a:lnTo>
                  <a:pt x="90721" y="118697"/>
                </a:lnTo>
                <a:cubicBezTo>
                  <a:pt x="89258" y="121031"/>
                  <a:pt x="86749" y="122494"/>
                  <a:pt x="83997" y="122634"/>
                </a:cubicBezTo>
                <a:cubicBezTo>
                  <a:pt x="81245" y="122773"/>
                  <a:pt x="78597" y="121519"/>
                  <a:pt x="76959" y="119289"/>
                </a:cubicBezTo>
                <a:lnTo>
                  <a:pt x="60237" y="96992"/>
                </a:lnTo>
                <a:cubicBezTo>
                  <a:pt x="57450" y="93299"/>
                  <a:pt x="58216" y="88073"/>
                  <a:pt x="61909" y="85286"/>
                </a:cubicBezTo>
                <a:cubicBezTo>
                  <a:pt x="65602" y="82499"/>
                  <a:pt x="70828" y="83265"/>
                  <a:pt x="73615" y="86958"/>
                </a:cubicBezTo>
                <a:lnTo>
                  <a:pt x="83021" y="99500"/>
                </a:lnTo>
                <a:lnTo>
                  <a:pt x="104413" y="65254"/>
                </a:lnTo>
                <a:cubicBezTo>
                  <a:pt x="106851" y="61352"/>
                  <a:pt x="112008" y="60132"/>
                  <a:pt x="115944" y="62606"/>
                </a:cubicBezTo>
                <a:cubicBezTo>
                  <a:pt x="119881" y="65079"/>
                  <a:pt x="121066" y="70201"/>
                  <a:pt x="118592" y="741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61679" y="3967081"/>
            <a:ext cx="363887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 Darija Acceptables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61679" y="4216807"/>
            <a:ext cx="3629952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Grâce à notre dictionnaire enrichi de 50+ termes darija spécifiques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07039" y="4833995"/>
            <a:ext cx="5625979" cy="1666032"/>
          </a:xfrm>
          <a:prstGeom prst="roundRect">
            <a:avLst>
              <a:gd name="adj" fmla="val 8565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388983" y="5015937"/>
            <a:ext cx="428102" cy="428102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496009" y="5122962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107026" y="0"/>
                </a:moveTo>
                <a:cubicBezTo>
                  <a:pt x="113171" y="0"/>
                  <a:pt x="118815" y="3386"/>
                  <a:pt x="121742" y="8779"/>
                </a:cubicBezTo>
                <a:lnTo>
                  <a:pt x="212044" y="176007"/>
                </a:lnTo>
                <a:cubicBezTo>
                  <a:pt x="214846" y="181191"/>
                  <a:pt x="214720" y="187462"/>
                  <a:pt x="211710" y="192521"/>
                </a:cubicBezTo>
                <a:cubicBezTo>
                  <a:pt x="208700" y="197579"/>
                  <a:pt x="203223" y="200673"/>
                  <a:pt x="197328" y="200673"/>
                </a:cubicBezTo>
                <a:lnTo>
                  <a:pt x="16723" y="200673"/>
                </a:lnTo>
                <a:cubicBezTo>
                  <a:pt x="10828" y="200673"/>
                  <a:pt x="5393" y="197579"/>
                  <a:pt x="2341" y="192521"/>
                </a:cubicBezTo>
                <a:cubicBezTo>
                  <a:pt x="-711" y="187462"/>
                  <a:pt x="-794" y="181191"/>
                  <a:pt x="2007" y="176007"/>
                </a:cubicBezTo>
                <a:lnTo>
                  <a:pt x="92310" y="8779"/>
                </a:lnTo>
                <a:cubicBezTo>
                  <a:pt x="95236" y="3386"/>
                  <a:pt x="100880" y="0"/>
                  <a:pt x="107026" y="0"/>
                </a:cubicBezTo>
                <a:close/>
                <a:moveTo>
                  <a:pt x="107026" y="70236"/>
                </a:moveTo>
                <a:cubicBezTo>
                  <a:pt x="101465" y="70236"/>
                  <a:pt x="96992" y="74709"/>
                  <a:pt x="96992" y="80269"/>
                </a:cubicBezTo>
                <a:lnTo>
                  <a:pt x="96992" y="127093"/>
                </a:lnTo>
                <a:cubicBezTo>
                  <a:pt x="96992" y="132653"/>
                  <a:pt x="101465" y="137127"/>
                  <a:pt x="107026" y="137127"/>
                </a:cubicBezTo>
                <a:cubicBezTo>
                  <a:pt x="112586" y="137127"/>
                  <a:pt x="117059" y="132653"/>
                  <a:pt x="117059" y="127093"/>
                </a:cubicBezTo>
                <a:lnTo>
                  <a:pt x="117059" y="80269"/>
                </a:lnTo>
                <a:cubicBezTo>
                  <a:pt x="117059" y="74709"/>
                  <a:pt x="112586" y="70236"/>
                  <a:pt x="107026" y="70236"/>
                </a:cubicBezTo>
                <a:close/>
                <a:moveTo>
                  <a:pt x="118188" y="160538"/>
                </a:moveTo>
                <a:cubicBezTo>
                  <a:pt x="118442" y="156395"/>
                  <a:pt x="116376" y="152453"/>
                  <a:pt x="112824" y="150305"/>
                </a:cubicBezTo>
                <a:cubicBezTo>
                  <a:pt x="109272" y="148156"/>
                  <a:pt x="104821" y="148156"/>
                  <a:pt x="101269" y="150305"/>
                </a:cubicBezTo>
                <a:cubicBezTo>
                  <a:pt x="97717" y="152453"/>
                  <a:pt x="95651" y="156395"/>
                  <a:pt x="95905" y="160538"/>
                </a:cubicBezTo>
                <a:cubicBezTo>
                  <a:pt x="95651" y="164682"/>
                  <a:pt x="97717" y="168624"/>
                  <a:pt x="101269" y="170772"/>
                </a:cubicBezTo>
                <a:cubicBezTo>
                  <a:pt x="104821" y="172921"/>
                  <a:pt x="109272" y="172921"/>
                  <a:pt x="112824" y="170772"/>
                </a:cubicBezTo>
                <a:cubicBezTo>
                  <a:pt x="116376" y="168624"/>
                  <a:pt x="118442" y="164682"/>
                  <a:pt x="118188" y="16053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924111" y="5087287"/>
            <a:ext cx="183727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Identifiées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92550" y="5590308"/>
            <a:ext cx="5251390" cy="720639"/>
          </a:xfrm>
          <a:prstGeom prst="roundRect">
            <a:avLst>
              <a:gd name="adj" fmla="val 9901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561116" y="5772249"/>
            <a:ext cx="178376" cy="178376"/>
          </a:xfrm>
          <a:custGeom>
            <a:avLst/>
            <a:gdLst/>
            <a:ahLst/>
            <a:cxnLst/>
            <a:rect l="l" t="t" r="r" b="b"/>
            <a:pathLst>
              <a:path w="178376" h="178376">
                <a:moveTo>
                  <a:pt x="89188" y="178376"/>
                </a:moveTo>
                <a:cubicBezTo>
                  <a:pt x="138412" y="178376"/>
                  <a:pt x="178376" y="138412"/>
                  <a:pt x="178376" y="89188"/>
                </a:cubicBezTo>
                <a:cubicBezTo>
                  <a:pt x="178376" y="39964"/>
                  <a:pt x="138412" y="0"/>
                  <a:pt x="89188" y="0"/>
                </a:cubicBezTo>
                <a:cubicBezTo>
                  <a:pt x="39964" y="0"/>
                  <a:pt x="0" y="39964"/>
                  <a:pt x="0" y="89188"/>
                </a:cubicBezTo>
                <a:cubicBezTo>
                  <a:pt x="0" y="138412"/>
                  <a:pt x="39964" y="178376"/>
                  <a:pt x="89188" y="178376"/>
                </a:cubicBezTo>
                <a:close/>
                <a:moveTo>
                  <a:pt x="58181" y="58181"/>
                </a:moveTo>
                <a:cubicBezTo>
                  <a:pt x="61456" y="54906"/>
                  <a:pt x="66752" y="54906"/>
                  <a:pt x="69992" y="58181"/>
                </a:cubicBezTo>
                <a:lnTo>
                  <a:pt x="89153" y="77343"/>
                </a:lnTo>
                <a:lnTo>
                  <a:pt x="108315" y="58181"/>
                </a:lnTo>
                <a:cubicBezTo>
                  <a:pt x="111590" y="54906"/>
                  <a:pt x="116885" y="54906"/>
                  <a:pt x="120125" y="58181"/>
                </a:cubicBezTo>
                <a:cubicBezTo>
                  <a:pt x="123365" y="61456"/>
                  <a:pt x="123400" y="66752"/>
                  <a:pt x="120125" y="69992"/>
                </a:cubicBezTo>
                <a:lnTo>
                  <a:pt x="100964" y="89153"/>
                </a:lnTo>
                <a:lnTo>
                  <a:pt x="120125" y="108315"/>
                </a:lnTo>
                <a:cubicBezTo>
                  <a:pt x="123400" y="111590"/>
                  <a:pt x="123400" y="116885"/>
                  <a:pt x="120125" y="120125"/>
                </a:cubicBezTo>
                <a:cubicBezTo>
                  <a:pt x="116850" y="123365"/>
                  <a:pt x="111555" y="123400"/>
                  <a:pt x="108315" y="120125"/>
                </a:cubicBezTo>
                <a:lnTo>
                  <a:pt x="89153" y="100964"/>
                </a:lnTo>
                <a:lnTo>
                  <a:pt x="69992" y="120125"/>
                </a:lnTo>
                <a:cubicBezTo>
                  <a:pt x="66717" y="123400"/>
                  <a:pt x="61421" y="123400"/>
                  <a:pt x="58181" y="120125"/>
                </a:cubicBezTo>
                <a:cubicBezTo>
                  <a:pt x="54941" y="116850"/>
                  <a:pt x="54906" y="111555"/>
                  <a:pt x="58181" y="108315"/>
                </a:cubicBezTo>
                <a:lnTo>
                  <a:pt x="77343" y="89153"/>
                </a:lnTo>
                <a:lnTo>
                  <a:pt x="58181" y="69992"/>
                </a:lnTo>
                <a:cubicBezTo>
                  <a:pt x="54906" y="66717"/>
                  <a:pt x="54906" y="61421"/>
                  <a:pt x="58181" y="5818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868814" y="5736574"/>
            <a:ext cx="4619939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Sarcasme en Darija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868814" y="5986300"/>
            <a:ext cx="461102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Reste difficile à classifier (faux positifs). Solution future : modèles Transformer (BERT)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— CONCLUSION &amp; PERSPECTIVES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Conclusion, Perspectives &amp; Limites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Bilan, évolutions futures et défis rencontrés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0000"/>
            <a:ext cx="762000" cy="3175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3850" y="1435100"/>
            <a:ext cx="5672137" cy="2451105"/>
          </a:xfrm>
          <a:prstGeom prst="roundRect">
            <a:avLst>
              <a:gd name="adj" fmla="val 4854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8950" y="1600205"/>
            <a:ext cx="381000" cy="356957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4200" y="1695455"/>
            <a:ext cx="190500" cy="17847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5200" y="1663705"/>
            <a:ext cx="1484313" cy="237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Apports Majeurs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825" y="2108206"/>
            <a:ext cx="5326063" cy="371830"/>
          </a:xfrm>
          <a:custGeom>
            <a:avLst/>
            <a:gdLst/>
            <a:ahLst/>
            <a:cxnLst/>
            <a:rect l="l" t="t" r="r" b="b"/>
            <a:pathLst>
              <a:path w="5326063" h="396875">
                <a:moveTo>
                  <a:pt x="31750" y="0"/>
                </a:moveTo>
                <a:lnTo>
                  <a:pt x="5262626" y="0"/>
                </a:lnTo>
                <a:cubicBezTo>
                  <a:pt x="5297673" y="0"/>
                  <a:pt x="5326126" y="28453"/>
                  <a:pt x="5326126" y="63500"/>
                </a:cubicBezTo>
                <a:lnTo>
                  <a:pt x="5326126" y="333375"/>
                </a:lnTo>
                <a:cubicBezTo>
                  <a:pt x="5326126" y="368422"/>
                  <a:pt x="5297673" y="396875"/>
                  <a:pt x="5262626" y="396875"/>
                </a:cubicBez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4825" y="2108206"/>
            <a:ext cx="31750" cy="371830"/>
          </a:xfrm>
          <a:custGeom>
            <a:avLst/>
            <a:gdLst/>
            <a:ahLst/>
            <a:cxnLst/>
            <a:rect l="l" t="t" r="r" b="b"/>
            <a:pathLst>
              <a:path w="31750" h="396875">
                <a:moveTo>
                  <a:pt x="31750" y="0"/>
                </a:moveTo>
                <a:lnTo>
                  <a:pt x="31750" y="0"/>
                </a:lnTo>
                <a:lnTo>
                  <a:pt x="31750" y="396875"/>
                </a:ln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794" y="2235205"/>
            <a:ext cx="142875" cy="133859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9794" y="2203456"/>
            <a:ext cx="3968750" cy="19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pipeline Big Data complet, de la collecte à la visualisation temps réel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825" y="2568581"/>
            <a:ext cx="5326063" cy="371830"/>
          </a:xfrm>
          <a:custGeom>
            <a:avLst/>
            <a:gdLst/>
            <a:ahLst/>
            <a:cxnLst/>
            <a:rect l="l" t="t" r="r" b="b"/>
            <a:pathLst>
              <a:path w="5326063" h="396875">
                <a:moveTo>
                  <a:pt x="31750" y="0"/>
                </a:moveTo>
                <a:lnTo>
                  <a:pt x="5262626" y="0"/>
                </a:lnTo>
                <a:cubicBezTo>
                  <a:pt x="5297673" y="0"/>
                  <a:pt x="5326126" y="28453"/>
                  <a:pt x="5326126" y="63500"/>
                </a:cubicBezTo>
                <a:lnTo>
                  <a:pt x="5326126" y="333375"/>
                </a:lnTo>
                <a:cubicBezTo>
                  <a:pt x="5326126" y="368422"/>
                  <a:pt x="5297673" y="396875"/>
                  <a:pt x="5262626" y="396875"/>
                </a:cubicBez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4825" y="2568581"/>
            <a:ext cx="31750" cy="371830"/>
          </a:xfrm>
          <a:custGeom>
            <a:avLst/>
            <a:gdLst/>
            <a:ahLst/>
            <a:cxnLst/>
            <a:rect l="l" t="t" r="r" b="b"/>
            <a:pathLst>
              <a:path w="31750" h="396875">
                <a:moveTo>
                  <a:pt x="31750" y="0"/>
                </a:moveTo>
                <a:lnTo>
                  <a:pt x="31750" y="0"/>
                </a:lnTo>
                <a:lnTo>
                  <a:pt x="31750" y="396875"/>
                </a:ln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794" y="2695580"/>
            <a:ext cx="142875" cy="133859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794" y="2663831"/>
            <a:ext cx="4024313" cy="19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approche multilingue adaptée à la complexité linguistique du Maroc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825" y="3028956"/>
            <a:ext cx="5326063" cy="371830"/>
          </a:xfrm>
          <a:custGeom>
            <a:avLst/>
            <a:gdLst/>
            <a:ahLst/>
            <a:cxnLst/>
            <a:rect l="l" t="t" r="r" b="b"/>
            <a:pathLst>
              <a:path w="5326063" h="396875">
                <a:moveTo>
                  <a:pt x="31750" y="0"/>
                </a:moveTo>
                <a:lnTo>
                  <a:pt x="5262626" y="0"/>
                </a:lnTo>
                <a:cubicBezTo>
                  <a:pt x="5297673" y="0"/>
                  <a:pt x="5326126" y="28453"/>
                  <a:pt x="5326126" y="63500"/>
                </a:cubicBezTo>
                <a:lnTo>
                  <a:pt x="5326126" y="333375"/>
                </a:lnTo>
                <a:cubicBezTo>
                  <a:pt x="5326126" y="368422"/>
                  <a:pt x="5297673" y="396875"/>
                  <a:pt x="5262626" y="396875"/>
                </a:cubicBez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4825" y="3028956"/>
            <a:ext cx="31750" cy="371830"/>
          </a:xfrm>
          <a:custGeom>
            <a:avLst/>
            <a:gdLst/>
            <a:ahLst/>
            <a:cxnLst/>
            <a:rect l="l" t="t" r="r" b="b"/>
            <a:pathLst>
              <a:path w="31750" h="396875">
                <a:moveTo>
                  <a:pt x="31750" y="0"/>
                </a:moveTo>
                <a:lnTo>
                  <a:pt x="31750" y="0"/>
                </a:lnTo>
                <a:lnTo>
                  <a:pt x="31750" y="396875"/>
                </a:ln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794" y="3155955"/>
            <a:ext cx="142875" cy="133859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9794" y="3124206"/>
            <a:ext cx="4008438" cy="19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innovation algorithmique (Vélocité) pour la prédiction de tendances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825" y="3489331"/>
            <a:ext cx="5326063" cy="371830"/>
          </a:xfrm>
          <a:custGeom>
            <a:avLst/>
            <a:gdLst/>
            <a:ahLst/>
            <a:cxnLst/>
            <a:rect l="l" t="t" r="r" b="b"/>
            <a:pathLst>
              <a:path w="5326063" h="396875">
                <a:moveTo>
                  <a:pt x="31750" y="0"/>
                </a:moveTo>
                <a:lnTo>
                  <a:pt x="5262626" y="0"/>
                </a:lnTo>
                <a:cubicBezTo>
                  <a:pt x="5297673" y="0"/>
                  <a:pt x="5326126" y="28453"/>
                  <a:pt x="5326126" y="63500"/>
                </a:cubicBezTo>
                <a:lnTo>
                  <a:pt x="5326126" y="333375"/>
                </a:lnTo>
                <a:cubicBezTo>
                  <a:pt x="5326126" y="368422"/>
                  <a:pt x="5297673" y="396875"/>
                  <a:pt x="5262626" y="396875"/>
                </a:cubicBez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4825" y="3489331"/>
            <a:ext cx="31750" cy="371830"/>
          </a:xfrm>
          <a:custGeom>
            <a:avLst/>
            <a:gdLst/>
            <a:ahLst/>
            <a:cxnLst/>
            <a:rect l="l" t="t" r="r" b="b"/>
            <a:pathLst>
              <a:path w="31750" h="396875">
                <a:moveTo>
                  <a:pt x="31750" y="0"/>
                </a:moveTo>
                <a:lnTo>
                  <a:pt x="31750" y="0"/>
                </a:lnTo>
                <a:lnTo>
                  <a:pt x="31750" y="396875"/>
                </a:lnTo>
                <a:lnTo>
                  <a:pt x="31750" y="396875"/>
                </a:lnTo>
                <a:cubicBezTo>
                  <a:pt x="14227" y="396875"/>
                  <a:pt x="0" y="382648"/>
                  <a:pt x="0" y="36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5794" y="3616330"/>
            <a:ext cx="142875" cy="133859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9794" y="3584581"/>
            <a:ext cx="3397250" cy="19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interface GSAP premium, fluide et hautement interactive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3850" y="3981452"/>
            <a:ext cx="5672137" cy="2790823"/>
          </a:xfrm>
          <a:prstGeom prst="roundRect">
            <a:avLst>
              <a:gd name="adj" fmla="val 4086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8950" y="4146548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4200" y="42417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5200" y="4210048"/>
            <a:ext cx="146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Potentiel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2125" y="4645030"/>
            <a:ext cx="5332413" cy="577850"/>
          </a:xfrm>
          <a:prstGeom prst="roundRect">
            <a:avLst>
              <a:gd name="adj" fmla="val 109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6425" y="47752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9209" y="1265"/>
                </a:moveTo>
                <a:cubicBezTo>
                  <a:pt x="61813" y="-422"/>
                  <a:pt x="65187" y="-422"/>
                  <a:pt x="67791" y="1265"/>
                </a:cubicBezTo>
                <a:lnTo>
                  <a:pt x="123354" y="36984"/>
                </a:lnTo>
                <a:cubicBezTo>
                  <a:pt x="126305" y="38894"/>
                  <a:pt x="127670" y="42515"/>
                  <a:pt x="126678" y="45889"/>
                </a:cubicBezTo>
                <a:cubicBezTo>
                  <a:pt x="125685" y="49262"/>
                  <a:pt x="122585" y="51594"/>
                  <a:pt x="119063" y="51594"/>
                </a:cubicBezTo>
                <a:lnTo>
                  <a:pt x="111125" y="51594"/>
                </a:lnTo>
                <a:lnTo>
                  <a:pt x="111125" y="103188"/>
                </a:lnTo>
                <a:lnTo>
                  <a:pt x="123825" y="112713"/>
                </a:lnTo>
                <a:cubicBezTo>
                  <a:pt x="125834" y="114201"/>
                  <a:pt x="127000" y="116557"/>
                  <a:pt x="127000" y="119063"/>
                </a:cubicBezTo>
                <a:cubicBezTo>
                  <a:pt x="127000" y="123453"/>
                  <a:pt x="123453" y="127000"/>
                  <a:pt x="119063" y="127000"/>
                </a:cubicBezTo>
                <a:lnTo>
                  <a:pt x="7938" y="127000"/>
                </a:lnTo>
                <a:cubicBezTo>
                  <a:pt x="3547" y="127000"/>
                  <a:pt x="0" y="123453"/>
                  <a:pt x="0" y="119063"/>
                </a:cubicBezTo>
                <a:cubicBezTo>
                  <a:pt x="0" y="116557"/>
                  <a:pt x="1166" y="114201"/>
                  <a:pt x="3175" y="112713"/>
                </a:cubicBezTo>
                <a:lnTo>
                  <a:pt x="15875" y="103188"/>
                </a:lnTo>
                <a:lnTo>
                  <a:pt x="15875" y="103188"/>
                </a:lnTo>
                <a:lnTo>
                  <a:pt x="15875" y="51594"/>
                </a:lnTo>
                <a:lnTo>
                  <a:pt x="7938" y="51594"/>
                </a:lnTo>
                <a:cubicBezTo>
                  <a:pt x="4415" y="51594"/>
                  <a:pt x="1315" y="49262"/>
                  <a:pt x="322" y="45889"/>
                </a:cubicBezTo>
                <a:cubicBezTo>
                  <a:pt x="-670" y="42515"/>
                  <a:pt x="695" y="38869"/>
                  <a:pt x="3646" y="36984"/>
                </a:cubicBezTo>
                <a:lnTo>
                  <a:pt x="59209" y="1265"/>
                </a:lnTo>
                <a:close/>
                <a:moveTo>
                  <a:pt x="83344" y="51594"/>
                </a:moveTo>
                <a:lnTo>
                  <a:pt x="83344" y="103188"/>
                </a:lnTo>
                <a:lnTo>
                  <a:pt x="99219" y="103188"/>
                </a:lnTo>
                <a:lnTo>
                  <a:pt x="99219" y="51594"/>
                </a:lnTo>
                <a:lnTo>
                  <a:pt x="83344" y="51594"/>
                </a:lnTo>
                <a:close/>
                <a:moveTo>
                  <a:pt x="55563" y="103188"/>
                </a:moveTo>
                <a:lnTo>
                  <a:pt x="71438" y="103188"/>
                </a:lnTo>
                <a:lnTo>
                  <a:pt x="71438" y="51594"/>
                </a:lnTo>
                <a:lnTo>
                  <a:pt x="55563" y="51594"/>
                </a:lnTo>
                <a:lnTo>
                  <a:pt x="55563" y="103188"/>
                </a:lnTo>
                <a:close/>
                <a:moveTo>
                  <a:pt x="27781" y="51594"/>
                </a:moveTo>
                <a:lnTo>
                  <a:pt x="27781" y="103188"/>
                </a:lnTo>
                <a:lnTo>
                  <a:pt x="43656" y="103188"/>
                </a:lnTo>
                <a:lnTo>
                  <a:pt x="43656" y="51594"/>
                </a:lnTo>
                <a:lnTo>
                  <a:pt x="27781" y="5159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2800" y="4743453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 Publiques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0550" y="4965703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Suivi de l'opinion, gestion de crise, décision politique informée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2125" y="5356223"/>
            <a:ext cx="5332413" cy="577850"/>
          </a:xfrm>
          <a:prstGeom prst="roundRect">
            <a:avLst>
              <a:gd name="adj" fmla="val 109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2300" y="548640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43656" y="87313"/>
                </a:moveTo>
                <a:lnTo>
                  <a:pt x="51594" y="87313"/>
                </a:lnTo>
                <a:cubicBezTo>
                  <a:pt x="55984" y="87313"/>
                  <a:pt x="59531" y="90860"/>
                  <a:pt x="59531" y="95250"/>
                </a:cubicBezTo>
                <a:lnTo>
                  <a:pt x="59531" y="115094"/>
                </a:lnTo>
                <a:lnTo>
                  <a:pt x="35719" y="115094"/>
                </a:lnTo>
                <a:lnTo>
                  <a:pt x="35719" y="95250"/>
                </a:lnTo>
                <a:cubicBezTo>
                  <a:pt x="35719" y="90860"/>
                  <a:pt x="39266" y="87313"/>
                  <a:pt x="43656" y="87313"/>
                </a:cubicBezTo>
                <a:close/>
                <a:moveTo>
                  <a:pt x="23812" y="27781"/>
                </a:moveTo>
                <a:cubicBezTo>
                  <a:pt x="23812" y="25598"/>
                  <a:pt x="25598" y="23812"/>
                  <a:pt x="27781" y="23812"/>
                </a:cubicBezTo>
                <a:lnTo>
                  <a:pt x="35719" y="23812"/>
                </a:lnTo>
                <a:cubicBezTo>
                  <a:pt x="37902" y="23812"/>
                  <a:pt x="39688" y="25598"/>
                  <a:pt x="39688" y="27781"/>
                </a:cubicBezTo>
                <a:lnTo>
                  <a:pt x="39688" y="35719"/>
                </a:lnTo>
                <a:cubicBezTo>
                  <a:pt x="39688" y="37902"/>
                  <a:pt x="37902" y="39688"/>
                  <a:pt x="35719" y="39688"/>
                </a:cubicBezTo>
                <a:lnTo>
                  <a:pt x="27781" y="39688"/>
                </a:lnTo>
                <a:cubicBezTo>
                  <a:pt x="25598" y="39688"/>
                  <a:pt x="23812" y="37902"/>
                  <a:pt x="23812" y="35719"/>
                </a:cubicBezTo>
                <a:lnTo>
                  <a:pt x="23812" y="27781"/>
                </a:lnTo>
                <a:close/>
                <a:moveTo>
                  <a:pt x="59531" y="23812"/>
                </a:moveTo>
                <a:lnTo>
                  <a:pt x="67469" y="23812"/>
                </a:lnTo>
                <a:cubicBezTo>
                  <a:pt x="69652" y="23812"/>
                  <a:pt x="71438" y="25598"/>
                  <a:pt x="71438" y="27781"/>
                </a:cubicBezTo>
                <a:lnTo>
                  <a:pt x="71438" y="35719"/>
                </a:lnTo>
                <a:cubicBezTo>
                  <a:pt x="71438" y="37902"/>
                  <a:pt x="69652" y="39688"/>
                  <a:pt x="67469" y="39688"/>
                </a:cubicBezTo>
                <a:lnTo>
                  <a:pt x="59531" y="39688"/>
                </a:lnTo>
                <a:cubicBezTo>
                  <a:pt x="57348" y="39688"/>
                  <a:pt x="55563" y="37902"/>
                  <a:pt x="55563" y="35719"/>
                </a:cubicBezTo>
                <a:lnTo>
                  <a:pt x="55563" y="27781"/>
                </a:lnTo>
                <a:cubicBezTo>
                  <a:pt x="55563" y="25598"/>
                  <a:pt x="57348" y="23812"/>
                  <a:pt x="59531" y="23812"/>
                </a:cubicBezTo>
                <a:close/>
                <a:moveTo>
                  <a:pt x="23812" y="59531"/>
                </a:moveTo>
                <a:cubicBezTo>
                  <a:pt x="23812" y="57348"/>
                  <a:pt x="25598" y="55563"/>
                  <a:pt x="27781" y="55563"/>
                </a:cubicBezTo>
                <a:lnTo>
                  <a:pt x="35719" y="55563"/>
                </a:lnTo>
                <a:cubicBezTo>
                  <a:pt x="37902" y="55563"/>
                  <a:pt x="39688" y="57348"/>
                  <a:pt x="39688" y="59531"/>
                </a:cubicBezTo>
                <a:lnTo>
                  <a:pt x="39688" y="67469"/>
                </a:lnTo>
                <a:cubicBezTo>
                  <a:pt x="39688" y="69652"/>
                  <a:pt x="37902" y="71438"/>
                  <a:pt x="35719" y="71438"/>
                </a:cubicBezTo>
                <a:lnTo>
                  <a:pt x="27781" y="71438"/>
                </a:lnTo>
                <a:cubicBezTo>
                  <a:pt x="25598" y="71438"/>
                  <a:pt x="23812" y="69652"/>
                  <a:pt x="23812" y="67469"/>
                </a:cubicBezTo>
                <a:lnTo>
                  <a:pt x="23812" y="59531"/>
                </a:lnTo>
                <a:close/>
                <a:moveTo>
                  <a:pt x="59531" y="55563"/>
                </a:moveTo>
                <a:lnTo>
                  <a:pt x="67469" y="55563"/>
                </a:lnTo>
                <a:cubicBezTo>
                  <a:pt x="69652" y="55563"/>
                  <a:pt x="71438" y="57348"/>
                  <a:pt x="71438" y="59531"/>
                </a:cubicBezTo>
                <a:lnTo>
                  <a:pt x="71438" y="67469"/>
                </a:lnTo>
                <a:cubicBezTo>
                  <a:pt x="71438" y="69652"/>
                  <a:pt x="69652" y="71438"/>
                  <a:pt x="67469" y="71438"/>
                </a:cubicBezTo>
                <a:lnTo>
                  <a:pt x="59531" y="71438"/>
                </a:lnTo>
                <a:cubicBezTo>
                  <a:pt x="57348" y="71438"/>
                  <a:pt x="55563" y="69652"/>
                  <a:pt x="55563" y="67469"/>
                </a:cubicBezTo>
                <a:lnTo>
                  <a:pt x="55563" y="59531"/>
                </a:lnTo>
                <a:cubicBezTo>
                  <a:pt x="55563" y="57348"/>
                  <a:pt x="57348" y="55563"/>
                  <a:pt x="59531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2800" y="545465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Entreprises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0550" y="5676905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Veille concurrentielle, retour produit, stratégie marketing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2125" y="6096000"/>
            <a:ext cx="5332413" cy="577850"/>
          </a:xfrm>
          <a:prstGeom prst="roundRect">
            <a:avLst>
              <a:gd name="adj" fmla="val 1098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6425" y="622617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03188"/>
                </a:moveTo>
                <a:lnTo>
                  <a:pt x="0" y="29766"/>
                </a:lnTo>
                <a:cubicBezTo>
                  <a:pt x="0" y="26467"/>
                  <a:pt x="2654" y="23812"/>
                  <a:pt x="5953" y="23812"/>
                </a:cubicBezTo>
                <a:cubicBezTo>
                  <a:pt x="9252" y="23812"/>
                  <a:pt x="11906" y="26467"/>
                  <a:pt x="11906" y="29766"/>
                </a:cubicBezTo>
                <a:lnTo>
                  <a:pt x="11906" y="101203"/>
                </a:lnTo>
                <a:cubicBezTo>
                  <a:pt x="11906" y="104502"/>
                  <a:pt x="14560" y="107156"/>
                  <a:pt x="17859" y="107156"/>
                </a:cubicBezTo>
                <a:cubicBezTo>
                  <a:pt x="21158" y="107156"/>
                  <a:pt x="23812" y="104502"/>
                  <a:pt x="23812" y="101203"/>
                </a:cubicBezTo>
                <a:lnTo>
                  <a:pt x="23812" y="23812"/>
                </a:lnTo>
                <a:cubicBezTo>
                  <a:pt x="23812" y="15056"/>
                  <a:pt x="30931" y="7938"/>
                  <a:pt x="39688" y="7938"/>
                </a:cubicBezTo>
                <a:lnTo>
                  <a:pt x="111125" y="7938"/>
                </a:lnTo>
                <a:cubicBezTo>
                  <a:pt x="119881" y="7938"/>
                  <a:pt x="127000" y="15056"/>
                  <a:pt x="127000" y="23812"/>
                </a:cubicBezTo>
                <a:lnTo>
                  <a:pt x="127000" y="103188"/>
                </a:lnTo>
                <a:cubicBezTo>
                  <a:pt x="127000" y="111944"/>
                  <a:pt x="119881" y="119063"/>
                  <a:pt x="111125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close/>
                <a:moveTo>
                  <a:pt x="39688" y="31750"/>
                </a:moveTo>
                <a:lnTo>
                  <a:pt x="39688" y="47625"/>
                </a:lnTo>
                <a:cubicBezTo>
                  <a:pt x="39688" y="52015"/>
                  <a:pt x="43235" y="55563"/>
                  <a:pt x="47625" y="55563"/>
                </a:cubicBezTo>
                <a:lnTo>
                  <a:pt x="63500" y="55563"/>
                </a:lnTo>
                <a:cubicBezTo>
                  <a:pt x="67890" y="55563"/>
                  <a:pt x="71438" y="52015"/>
                  <a:pt x="71438" y="47625"/>
                </a:cubicBezTo>
                <a:lnTo>
                  <a:pt x="71438" y="31750"/>
                </a:lnTo>
                <a:cubicBezTo>
                  <a:pt x="71438" y="27360"/>
                  <a:pt x="67890" y="23812"/>
                  <a:pt x="63500" y="23812"/>
                </a:cubicBezTo>
                <a:lnTo>
                  <a:pt x="47625" y="23812"/>
                </a:lnTo>
                <a:cubicBezTo>
                  <a:pt x="43235" y="23812"/>
                  <a:pt x="39688" y="27360"/>
                  <a:pt x="39688" y="31750"/>
                </a:cubicBezTo>
                <a:close/>
                <a:moveTo>
                  <a:pt x="45641" y="91281"/>
                </a:moveTo>
                <a:cubicBezTo>
                  <a:pt x="42342" y="91281"/>
                  <a:pt x="39688" y="93935"/>
                  <a:pt x="39688" y="97234"/>
                </a:cubicBezTo>
                <a:cubicBezTo>
                  <a:pt x="39688" y="100533"/>
                  <a:pt x="42342" y="103188"/>
                  <a:pt x="45641" y="103188"/>
                </a:cubicBezTo>
                <a:lnTo>
                  <a:pt x="105172" y="103188"/>
                </a:lnTo>
                <a:cubicBezTo>
                  <a:pt x="108471" y="103188"/>
                  <a:pt x="111125" y="100533"/>
                  <a:pt x="111125" y="97234"/>
                </a:cubicBezTo>
                <a:cubicBezTo>
                  <a:pt x="111125" y="93935"/>
                  <a:pt x="108471" y="91281"/>
                  <a:pt x="105172" y="91281"/>
                </a:cubicBezTo>
                <a:lnTo>
                  <a:pt x="45641" y="91281"/>
                </a:lnTo>
                <a:close/>
                <a:moveTo>
                  <a:pt x="39688" y="73422"/>
                </a:moveTo>
                <a:cubicBezTo>
                  <a:pt x="39688" y="76721"/>
                  <a:pt x="42342" y="79375"/>
                  <a:pt x="45641" y="79375"/>
                </a:cubicBezTo>
                <a:lnTo>
                  <a:pt x="105172" y="79375"/>
                </a:lnTo>
                <a:cubicBezTo>
                  <a:pt x="108471" y="79375"/>
                  <a:pt x="111125" y="76721"/>
                  <a:pt x="111125" y="73422"/>
                </a:cubicBezTo>
                <a:cubicBezTo>
                  <a:pt x="111125" y="70123"/>
                  <a:pt x="108471" y="67469"/>
                  <a:pt x="105172" y="67469"/>
                </a:cubicBezTo>
                <a:lnTo>
                  <a:pt x="45641" y="67469"/>
                </a:lnTo>
                <a:cubicBezTo>
                  <a:pt x="42342" y="67469"/>
                  <a:pt x="39688" y="70123"/>
                  <a:pt x="39688" y="73422"/>
                </a:cubicBezTo>
                <a:close/>
                <a:moveTo>
                  <a:pt x="89297" y="43656"/>
                </a:moveTo>
                <a:cubicBezTo>
                  <a:pt x="85998" y="43656"/>
                  <a:pt x="83344" y="46310"/>
                  <a:pt x="83344" y="49609"/>
                </a:cubicBezTo>
                <a:cubicBezTo>
                  <a:pt x="83344" y="52908"/>
                  <a:pt x="85998" y="55563"/>
                  <a:pt x="89297" y="55563"/>
                </a:cubicBezTo>
                <a:lnTo>
                  <a:pt x="105172" y="55563"/>
                </a:lnTo>
                <a:cubicBezTo>
                  <a:pt x="108471" y="55563"/>
                  <a:pt x="111125" y="52908"/>
                  <a:pt x="111125" y="49609"/>
                </a:cubicBezTo>
                <a:cubicBezTo>
                  <a:pt x="111125" y="46310"/>
                  <a:pt x="108471" y="43656"/>
                  <a:pt x="105172" y="43656"/>
                </a:cubicBezTo>
                <a:lnTo>
                  <a:pt x="89297" y="4365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2800" y="619442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Agences Médias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0550" y="6416673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Détection de fake news et tendances émergentes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4425" y="917575"/>
            <a:ext cx="5673725" cy="3879850"/>
          </a:xfrm>
          <a:prstGeom prst="roundRect">
            <a:avLst>
              <a:gd name="adj" fmla="val 3273"/>
            </a:avLst>
          </a:pr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56350" y="1079498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75412" y="11747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32600" y="1142998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2225" y="1587498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3175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889000"/>
                </a:lnTo>
                <a:cubicBezTo>
                  <a:pt x="5334000" y="924047"/>
                  <a:pt x="5305547" y="952500"/>
                  <a:pt x="5270500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72225" y="1587498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34944" y="174624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77037" y="1714498"/>
            <a:ext cx="199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Artificielle Avancée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15100" y="2000248"/>
            <a:ext cx="5127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 de modèles Transformer (BERT multilingue, LLMs) pour remplacer l'approche lexicale (AFINN) et mieux capturer le sarcasme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2225" y="2635248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3175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889000"/>
                </a:lnTo>
                <a:cubicBezTo>
                  <a:pt x="5334000" y="924047"/>
                  <a:pt x="5305547" y="952500"/>
                  <a:pt x="5270500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372225" y="2635248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534944" y="279399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9766"/>
                </a:moveTo>
                <a:cubicBezTo>
                  <a:pt x="0" y="24278"/>
                  <a:pt x="4434" y="19844"/>
                  <a:pt x="9922" y="19844"/>
                </a:cubicBezTo>
                <a:lnTo>
                  <a:pt x="128984" y="19844"/>
                </a:lnTo>
                <a:cubicBezTo>
                  <a:pt x="134472" y="19844"/>
                  <a:pt x="138906" y="24278"/>
                  <a:pt x="138906" y="29766"/>
                </a:cubicBezTo>
                <a:cubicBezTo>
                  <a:pt x="138906" y="35254"/>
                  <a:pt x="134472" y="39688"/>
                  <a:pt x="128984" y="39688"/>
                </a:cubicBezTo>
                <a:lnTo>
                  <a:pt x="9922" y="39688"/>
                </a:lnTo>
                <a:cubicBezTo>
                  <a:pt x="4434" y="39688"/>
                  <a:pt x="0" y="35254"/>
                  <a:pt x="0" y="29766"/>
                </a:cubicBezTo>
                <a:close/>
                <a:moveTo>
                  <a:pt x="19844" y="79375"/>
                </a:moveTo>
                <a:cubicBezTo>
                  <a:pt x="19844" y="73887"/>
                  <a:pt x="24278" y="69453"/>
                  <a:pt x="29766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29766" y="89297"/>
                </a:lnTo>
                <a:cubicBezTo>
                  <a:pt x="24278" y="89297"/>
                  <a:pt x="19844" y="84863"/>
                  <a:pt x="19844" y="79375"/>
                </a:cubicBezTo>
                <a:close/>
                <a:moveTo>
                  <a:pt x="138906" y="128984"/>
                </a:moveTo>
                <a:cubicBezTo>
                  <a:pt x="138906" y="134472"/>
                  <a:pt x="134472" y="138906"/>
                  <a:pt x="128984" y="138906"/>
                </a:cubicBezTo>
                <a:lnTo>
                  <a:pt x="9922" y="138906"/>
                </a:lnTo>
                <a:cubicBezTo>
                  <a:pt x="4434" y="138906"/>
                  <a:pt x="0" y="134472"/>
                  <a:pt x="0" y="128984"/>
                </a:cubicBezTo>
                <a:cubicBezTo>
                  <a:pt x="0" y="123496"/>
                  <a:pt x="4434" y="119062"/>
                  <a:pt x="9922" y="119062"/>
                </a:cubicBezTo>
                <a:lnTo>
                  <a:pt x="128984" y="119062"/>
                </a:lnTo>
                <a:cubicBezTo>
                  <a:pt x="134472" y="119062"/>
                  <a:pt x="138906" y="123496"/>
                  <a:pt x="138906" y="128984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777037" y="2762248"/>
            <a:ext cx="145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Temps Réel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15100" y="3047998"/>
            <a:ext cx="5127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Remplacer l'orchestration par batchs avec Apache Kafka et Spark Streaming pour une latence sub-seconde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2225" y="3682998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3175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889000"/>
                </a:lnTo>
                <a:cubicBezTo>
                  <a:pt x="5334000" y="924047"/>
                  <a:pt x="5305547" y="952500"/>
                  <a:pt x="5270500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372225" y="3682998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25022" y="384174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19844"/>
                </a:moveTo>
                <a:cubicBezTo>
                  <a:pt x="18821" y="19844"/>
                  <a:pt x="9922" y="28742"/>
                  <a:pt x="9922" y="39688"/>
                </a:cubicBezTo>
                <a:lnTo>
                  <a:pt x="9922" y="119062"/>
                </a:lnTo>
                <a:cubicBezTo>
                  <a:pt x="9922" y="130008"/>
                  <a:pt x="18821" y="138906"/>
                  <a:pt x="29766" y="138906"/>
                </a:cubicBezTo>
                <a:lnTo>
                  <a:pt x="109141" y="138906"/>
                </a:lnTo>
                <a:cubicBezTo>
                  <a:pt x="120086" y="138906"/>
                  <a:pt x="128984" y="130008"/>
                  <a:pt x="128984" y="119062"/>
                </a:cubicBezTo>
                <a:lnTo>
                  <a:pt x="128984" y="39688"/>
                </a:lnTo>
                <a:cubicBezTo>
                  <a:pt x="128984" y="28742"/>
                  <a:pt x="120086" y="19844"/>
                  <a:pt x="109141" y="19844"/>
                </a:cubicBezTo>
                <a:lnTo>
                  <a:pt x="29766" y="19844"/>
                </a:lnTo>
                <a:close/>
                <a:moveTo>
                  <a:pt x="143867" y="104180"/>
                </a:moveTo>
                <a:lnTo>
                  <a:pt x="166656" y="122411"/>
                </a:lnTo>
                <a:cubicBezTo>
                  <a:pt x="167959" y="123465"/>
                  <a:pt x="169571" y="124023"/>
                  <a:pt x="171245" y="124023"/>
                </a:cubicBezTo>
                <a:cubicBezTo>
                  <a:pt x="175307" y="124023"/>
                  <a:pt x="178594" y="120737"/>
                  <a:pt x="178594" y="116675"/>
                </a:cubicBezTo>
                <a:lnTo>
                  <a:pt x="178594" y="42075"/>
                </a:lnTo>
                <a:cubicBezTo>
                  <a:pt x="178594" y="38013"/>
                  <a:pt x="175307" y="34727"/>
                  <a:pt x="171245" y="34727"/>
                </a:cubicBezTo>
                <a:cubicBezTo>
                  <a:pt x="169571" y="34727"/>
                  <a:pt x="167959" y="35285"/>
                  <a:pt x="166656" y="36339"/>
                </a:cubicBezTo>
                <a:lnTo>
                  <a:pt x="143867" y="54570"/>
                </a:lnTo>
                <a:lnTo>
                  <a:pt x="143867" y="10418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77037" y="3809998"/>
            <a:ext cx="134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 de Données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15100" y="4095748"/>
            <a:ext cx="5127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Ajouter l'analyse de vidéos (TikTok, YouTube Shorts) via la transcription audio automatisée (Whisper)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94425" y="4930780"/>
            <a:ext cx="5673725" cy="1855788"/>
          </a:xfrm>
          <a:prstGeom prst="roundRect">
            <a:avLst>
              <a:gd name="adj" fmla="val 6843"/>
            </a:avLst>
          </a:pr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56350" y="5092703"/>
            <a:ext cx="381000" cy="381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451600" y="51879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832600" y="5156203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&amp; Défis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59525" y="5603878"/>
            <a:ext cx="5348288" cy="292100"/>
          </a:xfrm>
          <a:prstGeom prst="roundRect">
            <a:avLst>
              <a:gd name="adj" fmla="val 2173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42075" y="568960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9709" y="32925"/>
                </a:moveTo>
                <a:cubicBezTo>
                  <a:pt x="99774" y="33902"/>
                  <a:pt x="99774" y="34900"/>
                  <a:pt x="99774" y="35877"/>
                </a:cubicBezTo>
                <a:cubicBezTo>
                  <a:pt x="99774" y="65980"/>
                  <a:pt x="76854" y="100685"/>
                  <a:pt x="34965" y="100685"/>
                </a:cubicBezTo>
                <a:cubicBezTo>
                  <a:pt x="22051" y="100685"/>
                  <a:pt x="10071" y="96952"/>
                  <a:pt x="0" y="90463"/>
                </a:cubicBezTo>
                <a:cubicBezTo>
                  <a:pt x="1823" y="90680"/>
                  <a:pt x="3603" y="90745"/>
                  <a:pt x="5491" y="90745"/>
                </a:cubicBezTo>
                <a:cubicBezTo>
                  <a:pt x="16148" y="90745"/>
                  <a:pt x="25936" y="87142"/>
                  <a:pt x="33772" y="81021"/>
                </a:cubicBezTo>
                <a:cubicBezTo>
                  <a:pt x="23766" y="80804"/>
                  <a:pt x="15367" y="74250"/>
                  <a:pt x="12480" y="65221"/>
                </a:cubicBezTo>
                <a:cubicBezTo>
                  <a:pt x="13891" y="65438"/>
                  <a:pt x="15301" y="65568"/>
                  <a:pt x="16777" y="65568"/>
                </a:cubicBezTo>
                <a:cubicBezTo>
                  <a:pt x="18817" y="65568"/>
                  <a:pt x="20858" y="65286"/>
                  <a:pt x="22768" y="64787"/>
                </a:cubicBezTo>
                <a:cubicBezTo>
                  <a:pt x="12328" y="62681"/>
                  <a:pt x="4514" y="53501"/>
                  <a:pt x="4514" y="42432"/>
                </a:cubicBezTo>
                <a:lnTo>
                  <a:pt x="4514" y="42149"/>
                </a:lnTo>
                <a:cubicBezTo>
                  <a:pt x="7553" y="43842"/>
                  <a:pt x="11069" y="44906"/>
                  <a:pt x="14802" y="45036"/>
                </a:cubicBezTo>
                <a:cubicBezTo>
                  <a:pt x="8660" y="40956"/>
                  <a:pt x="4645" y="33967"/>
                  <a:pt x="4645" y="26067"/>
                </a:cubicBezTo>
                <a:cubicBezTo>
                  <a:pt x="4645" y="21834"/>
                  <a:pt x="5773" y="17949"/>
                  <a:pt x="7748" y="14563"/>
                </a:cubicBezTo>
                <a:cubicBezTo>
                  <a:pt x="18969" y="28389"/>
                  <a:pt x="35812" y="37418"/>
                  <a:pt x="54716" y="38395"/>
                </a:cubicBezTo>
                <a:cubicBezTo>
                  <a:pt x="54369" y="36702"/>
                  <a:pt x="54152" y="34944"/>
                  <a:pt x="54152" y="33186"/>
                </a:cubicBezTo>
                <a:cubicBezTo>
                  <a:pt x="54152" y="20641"/>
                  <a:pt x="64309" y="10418"/>
                  <a:pt x="76919" y="10418"/>
                </a:cubicBezTo>
                <a:cubicBezTo>
                  <a:pt x="83474" y="10418"/>
                  <a:pt x="89399" y="13174"/>
                  <a:pt x="93566" y="17602"/>
                </a:cubicBezTo>
                <a:cubicBezTo>
                  <a:pt x="98710" y="16625"/>
                  <a:pt x="103659" y="14715"/>
                  <a:pt x="108021" y="12111"/>
                </a:cubicBezTo>
                <a:cubicBezTo>
                  <a:pt x="106328" y="17407"/>
                  <a:pt x="102726" y="21834"/>
                  <a:pt x="98016" y="24656"/>
                </a:cubicBezTo>
                <a:cubicBezTo>
                  <a:pt x="102595" y="24157"/>
                  <a:pt x="107045" y="22898"/>
                  <a:pt x="111125" y="21140"/>
                </a:cubicBezTo>
                <a:cubicBezTo>
                  <a:pt x="108021" y="25654"/>
                  <a:pt x="104136" y="29670"/>
                  <a:pt x="99709" y="3292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08763" y="5670552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Twitter/X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limites version gratuite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59525" y="5965825"/>
            <a:ext cx="5348288" cy="292100"/>
          </a:xfrm>
          <a:prstGeom prst="roundRect">
            <a:avLst>
              <a:gd name="adj" fmla="val 2173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435130" y="6051552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34727" y="0"/>
                </a:moveTo>
                <a:cubicBezTo>
                  <a:pt x="38568" y="0"/>
                  <a:pt x="41672" y="3104"/>
                  <a:pt x="41672" y="6945"/>
                </a:cubicBezTo>
                <a:lnTo>
                  <a:pt x="41672" y="13891"/>
                </a:lnTo>
                <a:lnTo>
                  <a:pt x="69453" y="13891"/>
                </a:lnTo>
                <a:cubicBezTo>
                  <a:pt x="73295" y="13891"/>
                  <a:pt x="76398" y="16994"/>
                  <a:pt x="76398" y="20836"/>
                </a:cubicBezTo>
                <a:cubicBezTo>
                  <a:pt x="76398" y="24678"/>
                  <a:pt x="73295" y="27781"/>
                  <a:pt x="69453" y="27781"/>
                </a:cubicBezTo>
                <a:lnTo>
                  <a:pt x="67370" y="27781"/>
                </a:lnTo>
                <a:lnTo>
                  <a:pt x="65546" y="32795"/>
                </a:lnTo>
                <a:cubicBezTo>
                  <a:pt x="61987" y="42605"/>
                  <a:pt x="56626" y="51569"/>
                  <a:pt x="49876" y="59274"/>
                </a:cubicBezTo>
                <a:cubicBezTo>
                  <a:pt x="52958" y="61184"/>
                  <a:pt x="56170" y="62877"/>
                  <a:pt x="59513" y="64374"/>
                </a:cubicBezTo>
                <a:lnTo>
                  <a:pt x="70452" y="69236"/>
                </a:lnTo>
                <a:lnTo>
                  <a:pt x="83951" y="38850"/>
                </a:lnTo>
                <a:cubicBezTo>
                  <a:pt x="85058" y="36333"/>
                  <a:pt x="87554" y="34727"/>
                  <a:pt x="90289" y="34727"/>
                </a:cubicBezTo>
                <a:cubicBezTo>
                  <a:pt x="93024" y="34727"/>
                  <a:pt x="95520" y="36333"/>
                  <a:pt x="96627" y="38850"/>
                </a:cubicBezTo>
                <a:lnTo>
                  <a:pt x="124408" y="101358"/>
                </a:lnTo>
                <a:cubicBezTo>
                  <a:pt x="125971" y="104874"/>
                  <a:pt x="124386" y="108976"/>
                  <a:pt x="120892" y="110517"/>
                </a:cubicBezTo>
                <a:cubicBezTo>
                  <a:pt x="117397" y="112058"/>
                  <a:pt x="113274" y="110496"/>
                  <a:pt x="111733" y="107001"/>
                </a:cubicBezTo>
                <a:lnTo>
                  <a:pt x="107392" y="97234"/>
                </a:lnTo>
                <a:lnTo>
                  <a:pt x="73208" y="97234"/>
                </a:lnTo>
                <a:lnTo>
                  <a:pt x="68867" y="107001"/>
                </a:lnTo>
                <a:cubicBezTo>
                  <a:pt x="67304" y="110517"/>
                  <a:pt x="63202" y="112080"/>
                  <a:pt x="59708" y="110517"/>
                </a:cubicBezTo>
                <a:cubicBezTo>
                  <a:pt x="56214" y="108955"/>
                  <a:pt x="54629" y="104853"/>
                  <a:pt x="56192" y="101358"/>
                </a:cubicBezTo>
                <a:lnTo>
                  <a:pt x="64830" y="81933"/>
                </a:lnTo>
                <a:lnTo>
                  <a:pt x="53891" y="77071"/>
                </a:lnTo>
                <a:cubicBezTo>
                  <a:pt x="48899" y="74857"/>
                  <a:pt x="44124" y="72210"/>
                  <a:pt x="39610" y="69171"/>
                </a:cubicBezTo>
                <a:cubicBezTo>
                  <a:pt x="34987" y="72904"/>
                  <a:pt x="29930" y="76160"/>
                  <a:pt x="24526" y="78873"/>
                </a:cubicBezTo>
                <a:lnTo>
                  <a:pt x="16994" y="82606"/>
                </a:lnTo>
                <a:cubicBezTo>
                  <a:pt x="13565" y="84320"/>
                  <a:pt x="9398" y="82931"/>
                  <a:pt x="7683" y="79502"/>
                </a:cubicBezTo>
                <a:cubicBezTo>
                  <a:pt x="5969" y="76073"/>
                  <a:pt x="7358" y="71906"/>
                  <a:pt x="10787" y="70191"/>
                </a:cubicBezTo>
                <a:lnTo>
                  <a:pt x="18275" y="66436"/>
                </a:lnTo>
                <a:cubicBezTo>
                  <a:pt x="21813" y="64657"/>
                  <a:pt x="25177" y="62595"/>
                  <a:pt x="28346" y="60294"/>
                </a:cubicBezTo>
                <a:cubicBezTo>
                  <a:pt x="25350" y="57538"/>
                  <a:pt x="22529" y="54564"/>
                  <a:pt x="19903" y="51417"/>
                </a:cubicBezTo>
                <a:lnTo>
                  <a:pt x="17711" y="48769"/>
                </a:lnTo>
                <a:cubicBezTo>
                  <a:pt x="15258" y="45817"/>
                  <a:pt x="15649" y="41433"/>
                  <a:pt x="18600" y="38981"/>
                </a:cubicBezTo>
                <a:cubicBezTo>
                  <a:pt x="21552" y="36528"/>
                  <a:pt x="25936" y="36919"/>
                  <a:pt x="28389" y="39870"/>
                </a:cubicBezTo>
                <a:lnTo>
                  <a:pt x="30603" y="42518"/>
                </a:lnTo>
                <a:cubicBezTo>
                  <a:pt x="33099" y="45535"/>
                  <a:pt x="35833" y="48335"/>
                  <a:pt x="38720" y="50918"/>
                </a:cubicBezTo>
                <a:cubicBezTo>
                  <a:pt x="44689" y="44320"/>
                  <a:pt x="49399" y="36571"/>
                  <a:pt x="52502" y="28042"/>
                </a:cubicBezTo>
                <a:lnTo>
                  <a:pt x="52611" y="27781"/>
                </a:lnTo>
                <a:lnTo>
                  <a:pt x="6967" y="27781"/>
                </a:lnTo>
                <a:cubicBezTo>
                  <a:pt x="3104" y="27781"/>
                  <a:pt x="0" y="24678"/>
                  <a:pt x="0" y="20836"/>
                </a:cubicBezTo>
                <a:cubicBezTo>
                  <a:pt x="0" y="16994"/>
                  <a:pt x="3104" y="13891"/>
                  <a:pt x="6945" y="13891"/>
                </a:cubicBezTo>
                <a:lnTo>
                  <a:pt x="27781" y="13891"/>
                </a:lnTo>
                <a:lnTo>
                  <a:pt x="27781" y="6945"/>
                </a:lnTo>
                <a:cubicBezTo>
                  <a:pt x="27781" y="3104"/>
                  <a:pt x="30885" y="0"/>
                  <a:pt x="34727" y="0"/>
                </a:cubicBezTo>
                <a:close/>
                <a:moveTo>
                  <a:pt x="90289" y="58775"/>
                </a:moveTo>
                <a:lnTo>
                  <a:pt x="79372" y="83344"/>
                </a:lnTo>
                <a:lnTo>
                  <a:pt x="101206" y="83344"/>
                </a:lnTo>
                <a:lnTo>
                  <a:pt x="90289" y="5877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608763" y="6032498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Darija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orthographe non standardisée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59525" y="6327780"/>
            <a:ext cx="5348288" cy="292100"/>
          </a:xfrm>
          <a:prstGeom prst="roundRect">
            <a:avLst>
              <a:gd name="adj" fmla="val 2173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455966" y="641349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40934"/>
                </a:moveTo>
                <a:cubicBezTo>
                  <a:pt x="0" y="18318"/>
                  <a:pt x="18666" y="0"/>
                  <a:pt x="41672" y="0"/>
                </a:cubicBezTo>
                <a:cubicBezTo>
                  <a:pt x="64678" y="0"/>
                  <a:pt x="83344" y="18318"/>
                  <a:pt x="83344" y="40934"/>
                </a:cubicBezTo>
                <a:cubicBezTo>
                  <a:pt x="83344" y="66827"/>
                  <a:pt x="57255" y="97864"/>
                  <a:pt x="46360" y="109693"/>
                </a:cubicBezTo>
                <a:cubicBezTo>
                  <a:pt x="43799" y="112471"/>
                  <a:pt x="39523" y="112471"/>
                  <a:pt x="36962" y="109693"/>
                </a:cubicBezTo>
                <a:cubicBezTo>
                  <a:pt x="26067" y="97864"/>
                  <a:pt x="-22" y="66827"/>
                  <a:pt x="-22" y="40934"/>
                </a:cubicBezTo>
                <a:close/>
                <a:moveTo>
                  <a:pt x="41672" y="55563"/>
                </a:moveTo>
                <a:cubicBezTo>
                  <a:pt x="49338" y="55563"/>
                  <a:pt x="55563" y="49338"/>
                  <a:pt x="55563" y="41672"/>
                </a:cubicBezTo>
                <a:cubicBezTo>
                  <a:pt x="55563" y="34005"/>
                  <a:pt x="49338" y="27781"/>
                  <a:pt x="41672" y="27781"/>
                </a:cubicBezTo>
                <a:cubicBezTo>
                  <a:pt x="34005" y="27781"/>
                  <a:pt x="27781" y="34005"/>
                  <a:pt x="27781" y="41672"/>
                </a:cubicBezTo>
                <a:cubicBezTo>
                  <a:pt x="27781" y="49338"/>
                  <a:pt x="34005" y="55563"/>
                  <a:pt x="41672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608763" y="639445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Géo-localisation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seulement 2% geotagués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42c7b7675011d0bf56da5fcdd48af67ded3035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— DÉMONSTRATION LIVE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Démonstration Interactive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Simulation temps réel du Dashboard GSAP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524000"/>
            <a:ext cx="914400" cy="38100"/>
          </a:xfrm>
          <a:prstGeom prst="roundRect">
            <a:avLst>
              <a:gd name="adj" fmla="val 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88620" y="1722120"/>
            <a:ext cx="3691890" cy="2529840"/>
          </a:xfrm>
          <a:prstGeom prst="roundRect">
            <a:avLst>
              <a:gd name="adj" fmla="val 6024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882146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1038" y="1977396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0140" y="1882146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Visualiseur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20140" y="2148846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temps réel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2450" y="2457456"/>
            <a:ext cx="3369945" cy="1626870"/>
          </a:xfrm>
          <a:prstGeom prst="roundRect">
            <a:avLst>
              <a:gd name="adj" fmla="val 702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06560" y="26822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47023" y="3253746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Nœuds animés avec points voyageurs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54242" y="3558546"/>
            <a:ext cx="1362075" cy="304800"/>
          </a:xfrm>
          <a:prstGeom prst="roundRect">
            <a:avLst>
              <a:gd name="adj" fmla="val 5000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668542" y="3672846"/>
            <a:ext cx="76200" cy="76200"/>
          </a:xfrm>
          <a:prstGeom prst="roundRect">
            <a:avLst>
              <a:gd name="adj" fmla="val 5000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820942" y="3615696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Statut temps réel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49341" y="1722120"/>
            <a:ext cx="3691890" cy="2529840"/>
          </a:xfrm>
          <a:prstGeom prst="roundRect">
            <a:avLst>
              <a:gd name="adj" fmla="val 6024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09361" y="1882146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24494" y="1977396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80861" y="1882146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Carte Choroplèthe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80861" y="2148846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Leaflet.js + GeoJSON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13171" y="2457456"/>
            <a:ext cx="3369945" cy="1626870"/>
          </a:xfrm>
          <a:prstGeom prst="roundRect">
            <a:avLst>
              <a:gd name="adj" fmla="val 702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67281" y="27584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9693" y="156270"/>
                </a:moveTo>
                <a:cubicBezTo>
                  <a:pt x="371475" y="89654"/>
                  <a:pt x="305485" y="42863"/>
                  <a:pt x="228600" y="42863"/>
                </a:cubicBezTo>
                <a:cubicBezTo>
                  <a:pt x="208865" y="42863"/>
                  <a:pt x="189845" y="45988"/>
                  <a:pt x="171986" y="51614"/>
                </a:cubicBezTo>
                <a:cubicBezTo>
                  <a:pt x="171629" y="53400"/>
                  <a:pt x="171450" y="55275"/>
                  <a:pt x="171450" y="57150"/>
                </a:cubicBezTo>
                <a:lnTo>
                  <a:pt x="171450" y="122694"/>
                </a:lnTo>
                <a:cubicBezTo>
                  <a:pt x="171450" y="133856"/>
                  <a:pt x="180469" y="142875"/>
                  <a:pt x="191631" y="142875"/>
                </a:cubicBezTo>
                <a:cubicBezTo>
                  <a:pt x="196989" y="142875"/>
                  <a:pt x="202168" y="140732"/>
                  <a:pt x="205919" y="136981"/>
                </a:cubicBezTo>
                <a:lnTo>
                  <a:pt x="220206" y="122694"/>
                </a:lnTo>
                <a:cubicBezTo>
                  <a:pt x="225564" y="117336"/>
                  <a:pt x="232797" y="114300"/>
                  <a:pt x="240387" y="114300"/>
                </a:cubicBezTo>
                <a:lnTo>
                  <a:pt x="245299" y="114300"/>
                </a:lnTo>
                <a:cubicBezTo>
                  <a:pt x="270748" y="114300"/>
                  <a:pt x="283518" y="145107"/>
                  <a:pt x="265480" y="163056"/>
                </a:cubicBezTo>
                <a:cubicBezTo>
                  <a:pt x="260122" y="168414"/>
                  <a:pt x="252889" y="171450"/>
                  <a:pt x="245299" y="171450"/>
                </a:cubicBezTo>
                <a:lnTo>
                  <a:pt x="190381" y="171450"/>
                </a:lnTo>
                <a:cubicBezTo>
                  <a:pt x="182791" y="171450"/>
                  <a:pt x="175558" y="174486"/>
                  <a:pt x="170200" y="179844"/>
                </a:cubicBezTo>
                <a:lnTo>
                  <a:pt x="151180" y="198864"/>
                </a:lnTo>
                <a:cubicBezTo>
                  <a:pt x="145822" y="204222"/>
                  <a:pt x="142786" y="211455"/>
                  <a:pt x="142786" y="219045"/>
                </a:cubicBezTo>
                <a:lnTo>
                  <a:pt x="142786" y="257175"/>
                </a:lnTo>
                <a:cubicBezTo>
                  <a:pt x="142786" y="272981"/>
                  <a:pt x="155555" y="285750"/>
                  <a:pt x="171361" y="285750"/>
                </a:cubicBezTo>
                <a:lnTo>
                  <a:pt x="199936" y="285750"/>
                </a:lnTo>
                <a:cubicBezTo>
                  <a:pt x="215741" y="285750"/>
                  <a:pt x="228511" y="298519"/>
                  <a:pt x="228511" y="314325"/>
                </a:cubicBezTo>
                <a:lnTo>
                  <a:pt x="228511" y="342900"/>
                </a:lnTo>
                <a:cubicBezTo>
                  <a:pt x="228511" y="358706"/>
                  <a:pt x="241280" y="371475"/>
                  <a:pt x="257086" y="371475"/>
                </a:cubicBezTo>
                <a:lnTo>
                  <a:pt x="259497" y="371475"/>
                </a:lnTo>
                <a:cubicBezTo>
                  <a:pt x="267087" y="371475"/>
                  <a:pt x="274320" y="368439"/>
                  <a:pt x="279678" y="363081"/>
                </a:cubicBezTo>
                <a:lnTo>
                  <a:pt x="305842" y="336917"/>
                </a:lnTo>
                <a:cubicBezTo>
                  <a:pt x="311200" y="331559"/>
                  <a:pt x="314236" y="324326"/>
                  <a:pt x="314236" y="316736"/>
                </a:cubicBezTo>
                <a:lnTo>
                  <a:pt x="314236" y="300038"/>
                </a:lnTo>
                <a:cubicBezTo>
                  <a:pt x="314236" y="292179"/>
                  <a:pt x="320665" y="285750"/>
                  <a:pt x="328523" y="285750"/>
                </a:cubicBezTo>
                <a:cubicBezTo>
                  <a:pt x="336381" y="285750"/>
                  <a:pt x="342811" y="279321"/>
                  <a:pt x="342811" y="271463"/>
                </a:cubicBezTo>
                <a:lnTo>
                  <a:pt x="342811" y="240476"/>
                </a:lnTo>
                <a:cubicBezTo>
                  <a:pt x="342811" y="232886"/>
                  <a:pt x="339775" y="225653"/>
                  <a:pt x="334417" y="220295"/>
                </a:cubicBezTo>
                <a:lnTo>
                  <a:pt x="320129" y="206008"/>
                </a:lnTo>
                <a:cubicBezTo>
                  <a:pt x="316379" y="202257"/>
                  <a:pt x="314236" y="197078"/>
                  <a:pt x="314236" y="191720"/>
                </a:cubicBezTo>
                <a:cubicBezTo>
                  <a:pt x="314236" y="180558"/>
                  <a:pt x="323255" y="171539"/>
                  <a:pt x="334417" y="171539"/>
                </a:cubicBezTo>
                <a:lnTo>
                  <a:pt x="374600" y="171539"/>
                </a:lnTo>
                <a:cubicBezTo>
                  <a:pt x="385673" y="171539"/>
                  <a:pt x="394871" y="165199"/>
                  <a:pt x="399604" y="156359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24983" y="3329946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 Maroc avec transitions de couleur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505808" y="3634746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34408" y="3634746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Positif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07192" y="3634746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335792" y="3634746"/>
            <a:ext cx="409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Négatif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110181" y="1722120"/>
            <a:ext cx="3691890" cy="2529840"/>
          </a:xfrm>
          <a:prstGeom prst="roundRect">
            <a:avLst>
              <a:gd name="adj" fmla="val 6024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270200" y="1882146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384500" y="1977396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41700" y="1882146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 d'Actualités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41700" y="2148846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Conveyor belt GSAP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274010" y="2457456"/>
            <a:ext cx="3369945" cy="1626870"/>
          </a:xfrm>
          <a:prstGeom prst="roundRect">
            <a:avLst>
              <a:gd name="adj" fmla="val 702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728121" y="26822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71475"/>
                </a:moveTo>
                <a:lnTo>
                  <a:pt x="0" y="107156"/>
                </a:lnTo>
                <a:cubicBezTo>
                  <a:pt x="0" y="95280"/>
                  <a:pt x="9555" y="85725"/>
                  <a:pt x="21431" y="85725"/>
                </a:cubicBezTo>
                <a:cubicBezTo>
                  <a:pt x="33308" y="85725"/>
                  <a:pt x="42863" y="95280"/>
                  <a:pt x="42863" y="107156"/>
                </a:cubicBezTo>
                <a:lnTo>
                  <a:pt x="42863" y="364331"/>
                </a:lnTo>
                <a:cubicBezTo>
                  <a:pt x="42863" y="376208"/>
                  <a:pt x="52417" y="385763"/>
                  <a:pt x="64294" y="385763"/>
                </a:cubicBezTo>
                <a:cubicBezTo>
                  <a:pt x="76170" y="385763"/>
                  <a:pt x="85725" y="376208"/>
                  <a:pt x="85725" y="364331"/>
                </a:cubicBezTo>
                <a:lnTo>
                  <a:pt x="85725" y="85725"/>
                </a:lnTo>
                <a:cubicBezTo>
                  <a:pt x="85725" y="54203"/>
                  <a:pt x="111353" y="28575"/>
                  <a:pt x="142875" y="28575"/>
                </a:cubicBezTo>
                <a:lnTo>
                  <a:pt x="400050" y="28575"/>
                </a:lnTo>
                <a:cubicBezTo>
                  <a:pt x="431572" y="28575"/>
                  <a:pt x="457200" y="54203"/>
                  <a:pt x="457200" y="85725"/>
                </a:cubicBezTo>
                <a:lnTo>
                  <a:pt x="457200" y="371475"/>
                </a:lnTo>
                <a:cubicBezTo>
                  <a:pt x="457200" y="402997"/>
                  <a:pt x="431572" y="428625"/>
                  <a:pt x="40005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close/>
                <a:moveTo>
                  <a:pt x="142875" y="114300"/>
                </a:moveTo>
                <a:lnTo>
                  <a:pt x="142875" y="171450"/>
                </a:lnTo>
                <a:cubicBezTo>
                  <a:pt x="142875" y="187256"/>
                  <a:pt x="155644" y="200025"/>
                  <a:pt x="171450" y="200025"/>
                </a:cubicBezTo>
                <a:lnTo>
                  <a:pt x="228600" y="200025"/>
                </a:lnTo>
                <a:cubicBezTo>
                  <a:pt x="244406" y="200025"/>
                  <a:pt x="257175" y="187256"/>
                  <a:pt x="257175" y="171450"/>
                </a:cubicBezTo>
                <a:lnTo>
                  <a:pt x="257175" y="114300"/>
                </a:lnTo>
                <a:cubicBezTo>
                  <a:pt x="257175" y="98494"/>
                  <a:pt x="244406" y="85725"/>
                  <a:pt x="228600" y="85725"/>
                </a:cubicBezTo>
                <a:lnTo>
                  <a:pt x="171450" y="85725"/>
                </a:lnTo>
                <a:cubicBezTo>
                  <a:pt x="155644" y="85725"/>
                  <a:pt x="142875" y="98494"/>
                  <a:pt x="142875" y="114300"/>
                </a:cubicBezTo>
                <a:close/>
                <a:moveTo>
                  <a:pt x="164306" y="328613"/>
                </a:moveTo>
                <a:cubicBezTo>
                  <a:pt x="152430" y="328613"/>
                  <a:pt x="142875" y="338167"/>
                  <a:pt x="142875" y="350044"/>
                </a:cubicBezTo>
                <a:cubicBezTo>
                  <a:pt x="142875" y="361920"/>
                  <a:pt x="152430" y="371475"/>
                  <a:pt x="164306" y="371475"/>
                </a:cubicBezTo>
                <a:lnTo>
                  <a:pt x="378619" y="371475"/>
                </a:lnTo>
                <a:cubicBezTo>
                  <a:pt x="390495" y="371475"/>
                  <a:pt x="400050" y="361920"/>
                  <a:pt x="400050" y="350044"/>
                </a:cubicBezTo>
                <a:cubicBezTo>
                  <a:pt x="400050" y="338167"/>
                  <a:pt x="390495" y="328613"/>
                  <a:pt x="378619" y="328613"/>
                </a:cubicBezTo>
                <a:lnTo>
                  <a:pt x="164306" y="328613"/>
                </a:lnTo>
                <a:close/>
                <a:moveTo>
                  <a:pt x="142875" y="264319"/>
                </a:moveTo>
                <a:cubicBezTo>
                  <a:pt x="142875" y="276195"/>
                  <a:pt x="152430" y="285750"/>
                  <a:pt x="164306" y="285750"/>
                </a:cubicBezTo>
                <a:lnTo>
                  <a:pt x="378619" y="285750"/>
                </a:lnTo>
                <a:cubicBezTo>
                  <a:pt x="390495" y="285750"/>
                  <a:pt x="400050" y="276195"/>
                  <a:pt x="400050" y="264319"/>
                </a:cubicBezTo>
                <a:cubicBezTo>
                  <a:pt x="400050" y="252442"/>
                  <a:pt x="390495" y="242888"/>
                  <a:pt x="378619" y="242888"/>
                </a:cubicBezTo>
                <a:lnTo>
                  <a:pt x="164306" y="242888"/>
                </a:lnTo>
                <a:cubicBezTo>
                  <a:pt x="152430" y="242888"/>
                  <a:pt x="142875" y="252442"/>
                  <a:pt x="142875" y="264319"/>
                </a:cubicBezTo>
                <a:close/>
                <a:moveTo>
                  <a:pt x="321469" y="157163"/>
                </a:moveTo>
                <a:cubicBezTo>
                  <a:pt x="309592" y="157163"/>
                  <a:pt x="300038" y="166717"/>
                  <a:pt x="300038" y="178594"/>
                </a:cubicBezTo>
                <a:cubicBezTo>
                  <a:pt x="300038" y="190470"/>
                  <a:pt x="309592" y="200025"/>
                  <a:pt x="321469" y="200025"/>
                </a:cubicBezTo>
                <a:lnTo>
                  <a:pt x="378619" y="200025"/>
                </a:lnTo>
                <a:cubicBezTo>
                  <a:pt x="390495" y="200025"/>
                  <a:pt x="400050" y="190470"/>
                  <a:pt x="400050" y="178594"/>
                </a:cubicBezTo>
                <a:cubicBezTo>
                  <a:pt x="400050" y="166717"/>
                  <a:pt x="390495" y="157163"/>
                  <a:pt x="378619" y="157163"/>
                </a:cubicBezTo>
                <a:lnTo>
                  <a:pt x="321469" y="157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04422" y="3253746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Scores NLP live avec pause au survol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125426" y="3558546"/>
            <a:ext cx="1666875" cy="304800"/>
          </a:xfrm>
          <a:prstGeom prst="roundRect">
            <a:avLst>
              <a:gd name="adj" fmla="val 50000"/>
            </a:avLst>
          </a:pr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268301" y="3653796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0716" y="7144"/>
                </a:moveTo>
                <a:cubicBezTo>
                  <a:pt x="4800" y="7144"/>
                  <a:pt x="0" y="11943"/>
                  <a:pt x="0" y="17859"/>
                </a:cubicBezTo>
                <a:lnTo>
                  <a:pt x="0" y="96441"/>
                </a:lnTo>
                <a:cubicBezTo>
                  <a:pt x="0" y="102357"/>
                  <a:pt x="4800" y="107156"/>
                  <a:pt x="10716" y="107156"/>
                </a:cubicBezTo>
                <a:lnTo>
                  <a:pt x="25003" y="107156"/>
                </a:lnTo>
                <a:cubicBezTo>
                  <a:pt x="30919" y="107156"/>
                  <a:pt x="35719" y="102357"/>
                  <a:pt x="35719" y="96441"/>
                </a:cubicBezTo>
                <a:lnTo>
                  <a:pt x="35719" y="17859"/>
                </a:lnTo>
                <a:cubicBezTo>
                  <a:pt x="35719" y="11943"/>
                  <a:pt x="30919" y="7144"/>
                  <a:pt x="25003" y="7144"/>
                </a:cubicBezTo>
                <a:lnTo>
                  <a:pt x="10716" y="7144"/>
                </a:lnTo>
                <a:close/>
                <a:moveTo>
                  <a:pt x="60722" y="7144"/>
                </a:moveTo>
                <a:cubicBezTo>
                  <a:pt x="54806" y="7144"/>
                  <a:pt x="50006" y="11943"/>
                  <a:pt x="50006" y="17859"/>
                </a:cubicBezTo>
                <a:lnTo>
                  <a:pt x="50006" y="96441"/>
                </a:lnTo>
                <a:cubicBezTo>
                  <a:pt x="50006" y="102357"/>
                  <a:pt x="54806" y="107156"/>
                  <a:pt x="60722" y="107156"/>
                </a:cubicBezTo>
                <a:lnTo>
                  <a:pt x="75009" y="107156"/>
                </a:lnTo>
                <a:cubicBezTo>
                  <a:pt x="80925" y="107156"/>
                  <a:pt x="85725" y="102357"/>
                  <a:pt x="85725" y="96441"/>
                </a:cubicBezTo>
                <a:lnTo>
                  <a:pt x="85725" y="17859"/>
                </a:lnTo>
                <a:cubicBezTo>
                  <a:pt x="85725" y="11943"/>
                  <a:pt x="80925" y="7144"/>
                  <a:pt x="75009" y="7144"/>
                </a:cubicBezTo>
                <a:lnTo>
                  <a:pt x="60722" y="714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458801" y="3615696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 utilisateur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88620" y="4419602"/>
            <a:ext cx="5625465" cy="2053590"/>
          </a:xfrm>
          <a:prstGeom prst="roundRect">
            <a:avLst>
              <a:gd name="adj" fmla="val 7421"/>
            </a:avLst>
          </a:prstGeom>
          <a:gradFill flip="none" rotWithShape="1">
            <a:gsLst>
              <a:gs pos="0">
                <a:srgbClr val="F6AD55">
                  <a:alpha val="3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0320">
            <a:solidFill>
              <a:srgbClr val="F6AD5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48640" y="4579618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6AD55"/>
              </a:gs>
              <a:gs pos="100000">
                <a:srgbClr val="F6AD55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62940" y="467486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P4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20140" y="4579618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Graphique Vélocité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20140" y="4846318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 animé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52450" y="5154928"/>
            <a:ext cx="5293995" cy="1150620"/>
          </a:xfrm>
          <a:prstGeom prst="roundRect">
            <a:avLst>
              <a:gd name="adj" fmla="val 9934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3028831" y="531114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2263140" y="5730246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window 8 semaines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2267903" y="5958846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Région ★ en surbrillance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179820" y="4419602"/>
            <a:ext cx="5625465" cy="2053590"/>
          </a:xfrm>
          <a:prstGeom prst="roundRect">
            <a:avLst>
              <a:gd name="adj" fmla="val 7421"/>
            </a:avLst>
          </a:prstGeom>
          <a:gradFill flip="none" rotWithShape="1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339840" y="4579618"/>
            <a:ext cx="4572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455450" y="4674868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P5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911340" y="457961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Alertes &amp; Classement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911340" y="4846318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GSAP flip re-ranking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43650" y="5154928"/>
            <a:ext cx="5293995" cy="1150620"/>
          </a:xfrm>
          <a:prstGeom prst="roundRect">
            <a:avLst>
              <a:gd name="adj" fmla="val 9934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8841581" y="5311146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0"/>
                </a:moveTo>
                <a:cubicBezTo>
                  <a:pt x="138165" y="0"/>
                  <a:pt x="128588" y="9577"/>
                  <a:pt x="128588" y="21431"/>
                </a:cubicBezTo>
                <a:lnTo>
                  <a:pt x="128588" y="23574"/>
                </a:lnTo>
                <a:cubicBezTo>
                  <a:pt x="79697" y="33486"/>
                  <a:pt x="42863" y="76751"/>
                  <a:pt x="42863" y="128588"/>
                </a:cubicBezTo>
                <a:lnTo>
                  <a:pt x="42863" y="143121"/>
                </a:lnTo>
                <a:cubicBezTo>
                  <a:pt x="42863" y="175334"/>
                  <a:pt x="31879" y="206611"/>
                  <a:pt x="11787" y="231792"/>
                </a:cubicBezTo>
                <a:lnTo>
                  <a:pt x="5224" y="239963"/>
                </a:lnTo>
                <a:cubicBezTo>
                  <a:pt x="1808" y="244182"/>
                  <a:pt x="0" y="249406"/>
                  <a:pt x="0" y="254831"/>
                </a:cubicBezTo>
                <a:cubicBezTo>
                  <a:pt x="0" y="267958"/>
                  <a:pt x="10649" y="278606"/>
                  <a:pt x="23775" y="278606"/>
                </a:cubicBezTo>
                <a:lnTo>
                  <a:pt x="276195" y="278606"/>
                </a:lnTo>
                <a:cubicBezTo>
                  <a:pt x="289322" y="278606"/>
                  <a:pt x="299971" y="267958"/>
                  <a:pt x="299971" y="254831"/>
                </a:cubicBezTo>
                <a:cubicBezTo>
                  <a:pt x="299971" y="249406"/>
                  <a:pt x="298162" y="244182"/>
                  <a:pt x="294747" y="239963"/>
                </a:cubicBezTo>
                <a:lnTo>
                  <a:pt x="288183" y="231792"/>
                </a:lnTo>
                <a:cubicBezTo>
                  <a:pt x="268159" y="206611"/>
                  <a:pt x="257175" y="175334"/>
                  <a:pt x="257175" y="143121"/>
                </a:cubicBezTo>
                <a:lnTo>
                  <a:pt x="257175" y="128588"/>
                </a:lnTo>
                <a:cubicBezTo>
                  <a:pt x="257175" y="76751"/>
                  <a:pt x="220340" y="33486"/>
                  <a:pt x="171450" y="23574"/>
                </a:cubicBezTo>
                <a:lnTo>
                  <a:pt x="171450" y="21431"/>
                </a:lnTo>
                <a:cubicBezTo>
                  <a:pt x="171450" y="9577"/>
                  <a:pt x="161873" y="0"/>
                  <a:pt x="150019" y="0"/>
                </a:cubicBezTo>
                <a:close/>
                <a:moveTo>
                  <a:pt x="108496" y="310753"/>
                </a:moveTo>
                <a:cubicBezTo>
                  <a:pt x="113251" y="329238"/>
                  <a:pt x="130061" y="342900"/>
                  <a:pt x="150019" y="342900"/>
                </a:cubicBezTo>
                <a:cubicBezTo>
                  <a:pt x="169977" y="342900"/>
                  <a:pt x="186787" y="329238"/>
                  <a:pt x="191542" y="310753"/>
                </a:cubicBezTo>
                <a:lnTo>
                  <a:pt x="108496" y="31075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940159" y="5730246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clignotantes temps réel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944921" y="5958846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Sparklines dynamiques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b0884a48c00abf32a2b673e014b14491e4380e4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8B2AC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18177" y="885831"/>
            <a:ext cx="1360170" cy="502920"/>
          </a:xfrm>
          <a:prstGeom prst="roundRect">
            <a:avLst>
              <a:gd name="adj" fmla="val 5000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641062" y="102298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69675" y="1003939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16800" y="1925957"/>
            <a:ext cx="8162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</a:t>
            </a: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0" y="2840357"/>
            <a:ext cx="1524000" cy="571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8B2AC"/>
              </a:gs>
              <a:gs pos="100000">
                <a:srgbClr val="F6AD55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2453" y="3202307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Avez-vous des questions 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22558" y="4006217"/>
            <a:ext cx="156019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40681" y="4143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31193" y="412432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EMSI Tanger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97792" y="4006217"/>
            <a:ext cx="148399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27822" y="41433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06428" y="4124325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2025/2026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90041" y="4006217"/>
            <a:ext cx="1884045" cy="464820"/>
          </a:xfrm>
          <a:prstGeom prst="roundRect">
            <a:avLst>
              <a:gd name="adj" fmla="val 24590"/>
            </a:avLst>
          </a:prstGeom>
          <a:solidFill>
            <a:srgbClr val="4A5568">
              <a:alpha val="30196"/>
            </a:srgbClr>
          </a:solidFill>
          <a:ln w="10160">
            <a:solidFill>
              <a:srgbClr val="38B2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220069" y="41433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98675" y="412432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 BADIR Hassan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63654" y="4855843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Harboul Zaid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748087" y="4855843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33004" y="4855843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Chelle Zakariae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87102" y="4855843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672018" y="485584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 Ousellam Mohamed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4305" y="4855843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59221" y="4855843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Isakrouhen Yasmine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95750" y="5507353"/>
            <a:ext cx="2093595" cy="464820"/>
          </a:xfrm>
          <a:prstGeom prst="roundRect">
            <a:avLst>
              <a:gd name="adj" fmla="val 24590"/>
            </a:avLst>
          </a:prstGeom>
          <a:solidFill>
            <a:srgbClr val="38B2AC">
              <a:alpha val="20000"/>
            </a:srgbClr>
          </a:solidFill>
          <a:ln w="1016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309110" y="56559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499610" y="5625471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SentimentAI Morocco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48174" y="5507353"/>
            <a:ext cx="1750695" cy="464820"/>
          </a:xfrm>
          <a:prstGeom prst="roundRect">
            <a:avLst>
              <a:gd name="adj" fmla="val 24590"/>
            </a:avLst>
          </a:prstGeom>
          <a:solidFill>
            <a:srgbClr val="F6AD55">
              <a:alpha val="20000"/>
            </a:srgbClr>
          </a:solidFill>
          <a:ln w="1016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61534" y="56559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752034" y="5625471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Big Data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1661</Words>
  <Application>Microsoft Office PowerPoint</Application>
  <PresentationFormat>Widescreen</PresentationFormat>
  <Paragraphs>391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Quattrocento Sans</vt:lpstr>
      <vt:lpstr>Noto Sans SC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SentimentAI Morocco — Pipeline Big Data &amp; Analyse de Sentiment</dc:title>
  <dc:subject>SentimentAI Morocco — Pipeline Big Data &amp; Analyse de Sentiment</dc:subject>
  <dc:creator>Kimi</dc:creator>
  <cp:lastModifiedBy>mohamed moh sellam</cp:lastModifiedBy>
  <cp:revision>2</cp:revision>
  <dcterms:created xsi:type="dcterms:W3CDTF">2026-06-10T23:11:52Z</dcterms:created>
  <dcterms:modified xsi:type="dcterms:W3CDTF">2026-06-11T12:53:17Z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{"Label":"SentimentAI Morocco — Pipeline Big Data &amp; Analyse de Sentiment","ContentProducer":"001191110108MACG2KBH8F10000","ProduceID":"19eb3bb8-2f62-84a0-8000-00007bbe61d6","ReservedCode1":"","ContentPropagator":"001191110108MACG2KBH8F20000","PropagateID":"19eb3bb8-2f62-84a0-8000-00007bbe61d6","ReservedCode2":""}</vt:lpwstr>
  </property>
</Properties>
</file>